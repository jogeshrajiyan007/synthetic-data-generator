
<file path=[Content_Types].xml><?xml version="1.0" encoding="utf-8"?>
<Types xmlns="http://schemas.openxmlformats.org/package/2006/content-types">
  <Default Extension="bin" ContentType="application/vnd.openxmlformats-officedocument.oleObject"/>
  <Default Extension="emf" ContentType="image/x-emf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tags/tag1.xml" ContentType="application/vnd.openxmlformats-officedocument.presentationml.tags+xml"/>
  <Override PartName="/ppt/tags/tag2.xml" ContentType="application/vnd.openxmlformats-officedocument.presentationml.tags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diagrams/data3.xml" ContentType="application/vnd.openxmlformats-officedocument.drawingml.diagramData+xml"/>
  <Override PartName="/ppt/diagrams/layout3.xml" ContentType="application/vnd.openxmlformats-officedocument.drawingml.diagramLayout+xml"/>
  <Override PartName="/ppt/diagrams/quickStyle3.xml" ContentType="application/vnd.openxmlformats-officedocument.drawingml.diagramStyle+xml"/>
  <Override PartName="/ppt/diagrams/colors3.xml" ContentType="application/vnd.openxmlformats-officedocument.drawingml.diagramColors+xml"/>
  <Override PartName="/ppt/diagrams/drawing3.xml" ContentType="application/vnd.ms-office.drawingml.diagramDrawing+xml"/>
  <Override PartName="/ppt/diagrams/data4.xml" ContentType="application/vnd.openxmlformats-officedocument.drawingml.diagramData+xml"/>
  <Override PartName="/ppt/diagrams/layout4.xml" ContentType="application/vnd.openxmlformats-officedocument.drawingml.diagramLayout+xml"/>
  <Override PartName="/ppt/diagrams/quickStyle4.xml" ContentType="application/vnd.openxmlformats-officedocument.drawingml.diagramStyle+xml"/>
  <Override PartName="/ppt/diagrams/colors4.xml" ContentType="application/vnd.openxmlformats-officedocument.drawingml.diagramColors+xml"/>
  <Override PartName="/ppt/diagrams/drawing4.xml" ContentType="application/vnd.ms-office.drawingml.diagramDrawing+xml"/>
  <Override PartName="/ppt/changesInfos/changesInfo1.xml" ContentType="application/vnd.ms-powerpoint.changesinfo+xml"/>
  <Override PartName="/ppt/authors.xml" ContentType="application/vnd.ms-powerpoint.authors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6" Type="http://schemas.microsoft.com/office/2020/02/relationships/classificationlabels" Target="docMetadata/LabelInfo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saveSubsetFonts="1">
  <p:sldMasterIdLst>
    <p:sldMasterId id="2147483714" r:id="rId4"/>
  </p:sldMasterIdLst>
  <p:notesMasterIdLst>
    <p:notesMasterId r:id="rId28"/>
  </p:notesMasterIdLst>
  <p:handoutMasterIdLst>
    <p:handoutMasterId r:id="rId29"/>
  </p:handoutMasterIdLst>
  <p:sldIdLst>
    <p:sldId id="2147483551" r:id="rId5"/>
    <p:sldId id="257" r:id="rId6"/>
    <p:sldId id="262" r:id="rId7"/>
    <p:sldId id="264" r:id="rId8"/>
    <p:sldId id="265" r:id="rId9"/>
    <p:sldId id="2147483550" r:id="rId10"/>
    <p:sldId id="2147483552" r:id="rId11"/>
    <p:sldId id="388" r:id="rId12"/>
    <p:sldId id="268" r:id="rId13"/>
    <p:sldId id="2147483553" r:id="rId14"/>
    <p:sldId id="384" r:id="rId15"/>
    <p:sldId id="269" r:id="rId16"/>
    <p:sldId id="270" r:id="rId17"/>
    <p:sldId id="385" r:id="rId18"/>
    <p:sldId id="386" r:id="rId19"/>
    <p:sldId id="387" r:id="rId20"/>
    <p:sldId id="272" r:id="rId21"/>
    <p:sldId id="271" r:id="rId22"/>
    <p:sldId id="2147483554" r:id="rId23"/>
    <p:sldId id="390" r:id="rId24"/>
    <p:sldId id="266" r:id="rId25"/>
    <p:sldId id="2147483555" r:id="rId26"/>
    <p:sldId id="2147483556" r:id="rId27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00000000-0000-0000-0000-000000000000}" name="Author" initials="A" userId="Author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2" name="Author" initials="A" lastIdx="0" clrIdx="1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00359E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8A107856-5554-42FB-B03E-39F5DBC370B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A488322-F2BA-4B5B-9748-0D474271808F}" styleName="Medium Style 3 - Accent 6">
    <a:wholeTbl>
      <a:tcTxStyle>
        <a:fontRef idx="minor">
          <a:scrgbClr r="0" g="0" b="0"/>
        </a:fontRef>
        <a:schemeClr val="dk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25400" cmpd="sng">
              <a:solidFill>
                <a:schemeClr val="dk1"/>
              </a:solidFill>
            </a:ln>
          </a:top>
          <a:bottom>
            <a:ln w="25400" cmpd="sng">
              <a:solidFill>
                <a:schemeClr val="dk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dk1">
              <a:tint val="20000"/>
            </a:schemeClr>
          </a:solidFill>
        </a:fill>
      </a:tcStyle>
    </a:band1H>
    <a:band1V>
      <a:tcStyle>
        <a:tcBdr/>
        <a:fill>
          <a:solidFill>
            <a:schemeClr val="dk1">
              <a:tint val="20000"/>
            </a:schemeClr>
          </a:solidFill>
        </a:fill>
      </a:tcStyle>
    </a:band1V>
    <a:la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/>
      <a:tcStyle>
        <a:tcBdr>
          <a:top>
            <a:ln w="50800" cmpd="dbl">
              <a:solidFill>
                <a:schemeClr val="dk1"/>
              </a:solidFill>
            </a:ln>
          </a:top>
        </a:tcBdr>
        <a:fill>
          <a:solidFill>
            <a:schemeClr val="lt1"/>
          </a:solidFill>
        </a:fill>
      </a:tcStyle>
    </a:lastRow>
    <a:seCell>
      <a:tcTxStyle b="on">
        <a:fontRef idx="minor">
          <a:scrgbClr r="0" g="0" b="0"/>
        </a:fontRef>
        <a:schemeClr val="dk1"/>
      </a:tcTxStyle>
      <a:tcStyle>
        <a:tcBdr/>
      </a:tcStyle>
    </a:seCell>
    <a:swCell>
      <a:tcTxStyle b="on">
        <a:fontRef idx="minor">
          <a:scrgbClr r="0" g="0" b="0"/>
        </a:fontRef>
        <a:schemeClr val="dk1"/>
      </a:tcTxStyle>
      <a:tcStyle>
        <a:tcBdr/>
      </a:tcStyle>
    </a:swCell>
    <a:firstRow>
      <a:tcTxStyle b="on">
        <a:fontRef idx="minor">
          <a:scrgbClr r="0" g="0" b="0"/>
        </a:fontRef>
        <a:schemeClr val="lt1"/>
      </a:tcTxStyle>
      <a:tcStyle>
        <a:tcBdr>
          <a:bottom>
            <a:ln w="25400" cmpd="sng">
              <a:solidFill>
                <a:schemeClr val="dk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2DE63D5-997A-4646-A377-4702673A728D}" styleName="Light Style 2 - Accent 3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</a:tcStyle>
    </a:band1H>
    <a:band1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1V>
    <a:band2V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3"/>
        </a:fillRef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69012ECD-51FC-41F1-AA8D-1B2483CD663E}" styleName="Light Style 2 - Accent 1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</a:tcStyle>
    </a:band1H>
    <a:band1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1V>
    <a:band2V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1"/>
        </a:fillRef>
      </a:tcStyle>
    </a:firstRow>
  </a:tblStyle>
  <a:tblStyle styleId="{3C2FFA5D-87B4-456A-9821-1D502468CF0F}" styleName="Themed Style 1 - Accent 1">
    <a:tblBg>
      <a:fillRef idx="2">
        <a:schemeClr val="accent1"/>
      </a:fillRef>
      <a:effectRef idx="1">
        <a:schemeClr val="accent1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Ref idx="1">
              <a:schemeClr val="accent1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1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</a:tcBdr>
        <a:fill>
          <a:solidFill>
            <a:schemeClr val="accent1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1"/>
            </a:lnRef>
          </a:left>
          <a:right>
            <a:lnRef idx="2">
              <a:schemeClr val="accent1"/>
            </a:lnRef>
          </a:right>
          <a:top>
            <a:lnRef idx="1">
              <a:schemeClr val="accent1"/>
            </a:lnRef>
          </a:top>
          <a:bottom>
            <a:lnRef idx="1">
              <a:schemeClr val="accent1"/>
            </a:lnRef>
          </a:bottom>
          <a:insideH>
            <a:lnRef idx="1">
              <a:schemeClr val="accent1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2">
              <a:schemeClr val="accent1"/>
            </a:lnRef>
          </a:top>
          <a:bottom>
            <a:lnRef idx="2">
              <a:schemeClr val="accen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1"/>
            </a:lnRef>
          </a:left>
          <a:right>
            <a:lnRef idx="1">
              <a:schemeClr val="accent1"/>
            </a:lnRef>
          </a:right>
          <a:top>
            <a:lnRef idx="1">
              <a:schemeClr val="accent1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1"/>
          </a:solidFill>
        </a:fill>
      </a:tcStyle>
    </a:firstRow>
  </a:tblStyle>
  <a:tblStyle styleId="{8799B23B-EC83-4686-B30A-512413B5E67A}" styleName="Light Style 3 - Accent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16D9F66E-5EB9-4882-86FB-DCBF35E3C3E4}" styleName="Medium Style 4 - Accent 6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6"/>
              </a:solidFill>
            </a:ln>
          </a:left>
          <a:right>
            <a:ln w="12700" cmpd="sng">
              <a:solidFill>
                <a:schemeClr val="accent6"/>
              </a:solidFill>
            </a:ln>
          </a:right>
          <a:top>
            <a:ln w="12700" cmpd="sng">
              <a:solidFill>
                <a:schemeClr val="accent6"/>
              </a:solidFill>
            </a:ln>
          </a:top>
          <a:bottom>
            <a:ln w="12700" cmpd="sng">
              <a:solidFill>
                <a:schemeClr val="accent6"/>
              </a:solidFill>
            </a:ln>
          </a:bottom>
          <a:insideH>
            <a:ln w="12700" cmpd="sng">
              <a:solidFill>
                <a:schemeClr val="accent6"/>
              </a:solidFill>
            </a:ln>
          </a:insideH>
          <a:insideV>
            <a:ln w="12700" cmpd="sng">
              <a:solidFill>
                <a:schemeClr val="accent6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6"/>
              </a:solidFill>
            </a:ln>
          </a:top>
        </a:tcBdr>
        <a:fill>
          <a:solidFill>
            <a:schemeClr val="accent6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6">
              <a:tint val="20000"/>
            </a:schemeClr>
          </a:solidFill>
        </a:fill>
      </a:tcStyle>
    </a:firstRow>
  </a:tblStyle>
  <a:tblStyle styleId="{69CF1AB2-1976-4502-BF36-3FF5EA218861}" styleName="Medium Style 4 - Accent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 w="12700" cmpd="sng">
              <a:solidFill>
                <a:schemeClr val="accen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1"/>
              </a:solidFill>
            </a:ln>
          </a:top>
        </a:tcBdr>
        <a:fill>
          <a:solidFill>
            <a:schemeClr val="accent1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1">
              <a:tint val="20000"/>
            </a:schemeClr>
          </a:solidFill>
        </a:fill>
      </a:tcStyle>
    </a:firstRow>
  </a:tblStyle>
  <a:tblStyle styleId="{8A107856-5554-42FB-B03E-39F5DBC370BA}" styleName="Medium Style 4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 w="12700" cmpd="sng">
              <a:solidFill>
                <a:schemeClr val="accent2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25400" cmpd="sng">
              <a:solidFill>
                <a:schemeClr val="accent2"/>
              </a:solidFill>
            </a:ln>
          </a:top>
        </a:tcBdr>
        <a:fill>
          <a:solidFill>
            <a:schemeClr val="accent2">
              <a:tint val="20000"/>
            </a:schemeClr>
          </a:solidFill>
        </a:fill>
      </a:tcStyle>
    </a:lastRow>
    <a:firstRow>
      <a:tcTxStyle b="on"/>
      <a:tcStyle>
        <a:tcBdr/>
        <a:fill>
          <a:solidFill>
            <a:schemeClr val="accent2">
              <a:tint val="20000"/>
            </a:schemeClr>
          </a:solidFill>
        </a:fill>
      </a:tcStyle>
    </a:firstRow>
  </a:tblStyle>
  <a:tblStyle styleId="{9DCAF9ED-07DC-4A11-8D7F-57B35C25682E}" styleName="Medium Style 1 - Accent 2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2"/>
              </a:solidFill>
            </a:ln>
          </a:left>
          <a:right>
            <a:ln w="12700" cmpd="sng">
              <a:solidFill>
                <a:schemeClr val="accent2"/>
              </a:solidFill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 w="12700" cmpd="sng">
              <a:solidFill>
                <a:schemeClr val="accent2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2">
              <a:tint val="20000"/>
            </a:schemeClr>
          </a:solidFill>
        </a:fill>
      </a:tcStyle>
    </a:band1H>
    <a:band1V>
      <a:tcStyle>
        <a:tcBdr/>
        <a:fill>
          <a:solidFill>
            <a:schemeClr val="accent2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2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2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71" d="100"/>
          <a:sy n="71" d="100"/>
        </p:scale>
        <p:origin x="460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ableStyles" Target="tableStyles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theme" Target="theme/theme1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handoutMaster" Target="handoutMasters/handout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viewProps" Target="view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notesMaster" Target="notesMasters/notesMaster1.xml"/><Relationship Id="rId36" Type="http://schemas.microsoft.com/office/2018/10/relationships/authors" Target="authors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commentAuthors" Target="commentAuthors.xml"/><Relationship Id="rId35" Type="http://schemas.microsoft.com/office/2016/11/relationships/changesInfo" Target="changesInfos/changesInfo1.xml"/><Relationship Id="rId8" Type="http://schemas.openxmlformats.org/officeDocument/2006/relationships/slide" Target="slides/slide4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NAND Ashutosh" userId="S::ashutosh.anand@axa.com::9626b2a8-0885-4185-a15f-ba422b1aa2c5" providerId="AD" clId="Web-{3F5A1409-53A3-D84B-0B02-52E4E40126AD}"/>
    <pc:docChg chg="mod modMainMaster">
      <pc:chgData name="ANAND Ashutosh" userId="S::ashutosh.anand@axa.com::9626b2a8-0885-4185-a15f-ba422b1aa2c5" providerId="AD" clId="Web-{3F5A1409-53A3-D84B-0B02-52E4E40126AD}" dt="2026-05-13T14:11:36.911" v="1" actId="33475"/>
      <pc:docMkLst>
        <pc:docMk/>
      </pc:docMkLst>
      <pc:sldMasterChg chg="addSp">
        <pc:chgData name="ANAND Ashutosh" userId="S::ashutosh.anand@axa.com::9626b2a8-0885-4185-a15f-ba422b1aa2c5" providerId="AD" clId="Web-{3F5A1409-53A3-D84B-0B02-52E4E40126AD}" dt="2026-05-13T14:11:36.895" v="0" actId="33475"/>
        <pc:sldMasterMkLst>
          <pc:docMk/>
          <pc:sldMasterMk cId="3515892240" sldId="2147483658"/>
        </pc:sldMasterMkLst>
        <pc:spChg chg="add">
          <ac:chgData name="ANAND Ashutosh" userId="S::ashutosh.anand@axa.com::9626b2a8-0885-4185-a15f-ba422b1aa2c5" providerId="AD" clId="Web-{3F5A1409-53A3-D84B-0B02-52E4E40126AD}" dt="2026-05-13T14:11:36.895" v="0" actId="33475"/>
          <ac:spMkLst>
            <pc:docMk/>
            <pc:sldMasterMk cId="3515892240" sldId="2147483658"/>
            <ac:spMk id="4" creationId="{38AE78B6-7D6C-5AC9-572E-7638C5EC39CB}"/>
          </ac:spMkLst>
        </pc:spChg>
      </pc:sldMasterChg>
      <pc:sldMasterChg chg="modSp">
        <pc:chgData name="ANAND Ashutosh" userId="S::ashutosh.anand@axa.com::9626b2a8-0885-4185-a15f-ba422b1aa2c5" providerId="AD" clId="Web-{3F5A1409-53A3-D84B-0B02-52E4E40126AD}" dt="2026-05-13T14:11:36.895" v="0" actId="33475"/>
        <pc:sldMasterMkLst>
          <pc:docMk/>
          <pc:sldMasterMk cId="1587623624" sldId="2147483714"/>
        </pc:sldMasterMkLst>
        <pc:spChg chg="mod">
          <ac:chgData name="ANAND Ashutosh" userId="S::ashutosh.anand@axa.com::9626b2a8-0885-4185-a15f-ba422b1aa2c5" providerId="AD" clId="Web-{3F5A1409-53A3-D84B-0B02-52E4E40126AD}" dt="2026-05-13T14:11:36.895" v="0" actId="33475"/>
          <ac:spMkLst>
            <pc:docMk/>
            <pc:sldMasterMk cId="1587623624" sldId="2147483714"/>
            <ac:spMk id="6" creationId="{90406C51-B765-4F04-79ED-A8A0B8AFCDD1}"/>
          </ac:spMkLst>
        </pc:spChg>
      </pc:sldMasterChg>
    </pc:docChg>
  </pc:docChgLst>
</pc:chgInfo>
</file>

<file path=ppt/diagrams/_rels/data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6" Type="http://schemas.openxmlformats.org/officeDocument/2006/relationships/image" Target="../media/image26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_rels/data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diagrams/_rels/drawing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svg"/><Relationship Id="rId13" Type="http://schemas.openxmlformats.org/officeDocument/2006/relationships/image" Target="../media/image23.png"/><Relationship Id="rId3" Type="http://schemas.openxmlformats.org/officeDocument/2006/relationships/image" Target="../media/image13.png"/><Relationship Id="rId7" Type="http://schemas.openxmlformats.org/officeDocument/2006/relationships/image" Target="../media/image17.png"/><Relationship Id="rId12" Type="http://schemas.openxmlformats.org/officeDocument/2006/relationships/image" Target="../media/image22.svg"/><Relationship Id="rId2" Type="http://schemas.openxmlformats.org/officeDocument/2006/relationships/image" Target="../media/image12.svg"/><Relationship Id="rId16" Type="http://schemas.openxmlformats.org/officeDocument/2006/relationships/image" Target="../media/image26.svg"/><Relationship Id="rId1" Type="http://schemas.openxmlformats.org/officeDocument/2006/relationships/image" Target="../media/image11.png"/><Relationship Id="rId6" Type="http://schemas.openxmlformats.org/officeDocument/2006/relationships/image" Target="../media/image16.svg"/><Relationship Id="rId11" Type="http://schemas.openxmlformats.org/officeDocument/2006/relationships/image" Target="../media/image21.png"/><Relationship Id="rId5" Type="http://schemas.openxmlformats.org/officeDocument/2006/relationships/image" Target="../media/image15.png"/><Relationship Id="rId15" Type="http://schemas.openxmlformats.org/officeDocument/2006/relationships/image" Target="../media/image25.png"/><Relationship Id="rId10" Type="http://schemas.openxmlformats.org/officeDocument/2006/relationships/image" Target="../media/image20.svg"/><Relationship Id="rId4" Type="http://schemas.openxmlformats.org/officeDocument/2006/relationships/image" Target="../media/image14.svg"/><Relationship Id="rId9" Type="http://schemas.openxmlformats.org/officeDocument/2006/relationships/image" Target="../media/image19.png"/><Relationship Id="rId14" Type="http://schemas.openxmlformats.org/officeDocument/2006/relationships/image" Target="../media/image24.svg"/></Relationships>
</file>

<file path=ppt/diagrams/_rels/drawing4.xml.rels><?xml version="1.0" encoding="UTF-8" standalone="yes"?>
<Relationships xmlns="http://schemas.openxmlformats.org/package/2006/relationships"><Relationship Id="rId8" Type="http://schemas.openxmlformats.org/officeDocument/2006/relationships/image" Target="../media/image39.svg"/><Relationship Id="rId3" Type="http://schemas.openxmlformats.org/officeDocument/2006/relationships/image" Target="../media/image34.png"/><Relationship Id="rId7" Type="http://schemas.openxmlformats.org/officeDocument/2006/relationships/image" Target="../media/image38.png"/><Relationship Id="rId12" Type="http://schemas.openxmlformats.org/officeDocument/2006/relationships/image" Target="../media/image43.svg"/><Relationship Id="rId2" Type="http://schemas.openxmlformats.org/officeDocument/2006/relationships/image" Target="../media/image33.svg"/><Relationship Id="rId1" Type="http://schemas.openxmlformats.org/officeDocument/2006/relationships/image" Target="../media/image32.png"/><Relationship Id="rId6" Type="http://schemas.openxmlformats.org/officeDocument/2006/relationships/image" Target="../media/image37.svg"/><Relationship Id="rId11" Type="http://schemas.openxmlformats.org/officeDocument/2006/relationships/image" Target="../media/image42.png"/><Relationship Id="rId5" Type="http://schemas.openxmlformats.org/officeDocument/2006/relationships/image" Target="../media/image36.png"/><Relationship Id="rId10" Type="http://schemas.openxmlformats.org/officeDocument/2006/relationships/image" Target="../media/image41.svg"/><Relationship Id="rId4" Type="http://schemas.openxmlformats.org/officeDocument/2006/relationships/image" Target="../media/image35.svg"/><Relationship Id="rId9" Type="http://schemas.openxmlformats.org/officeDocument/2006/relationships/image" Target="../media/image40.png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colorful2">
  <dgm:title val=""/>
  <dgm:desc val=""/>
  <dgm:catLst>
    <dgm:cat type="colorful" pri="10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>
      <a:schemeClr val="accent2"/>
      <a:schemeClr val="accent3"/>
    </dgm:fillClrLst>
    <dgm:linClrLst>
      <a:schemeClr val="accent2"/>
      <a:schemeClr val="accent3"/>
    </dgm:linClrLst>
    <dgm:effectClrLst/>
    <dgm:txLinClrLst/>
    <dgm:txFillClrLst/>
    <dgm:txEffectClrLst/>
  </dgm:styleLbl>
  <dgm:styleLbl name="lnNode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>
      <a:schemeClr val="accent2">
        <a:alpha val="50000"/>
      </a:schemeClr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node4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>
      <a:schemeClr val="accent2">
        <a:tint val="50000"/>
      </a:schemeClr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>
      <a:schemeClr val="accent2">
        <a:tint val="50000"/>
      </a:schemeClr>
      <a:schemeClr val="accent3">
        <a:tint val="2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SibTrans2D1">
    <dgm:fillClrLst>
      <a:schemeClr val="accent2"/>
      <a:schemeClr val="accent3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1D1">
    <dgm:fillClrLst/>
    <dgm:linClrLst>
      <a:schemeClr val="accent2"/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2"/>
    </dgm:fillClrLst>
    <dgm:linClrLst meth="repeat">
      <a:schemeClr val="accent2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2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>
        <a:shade val="80000"/>
      </a:schemeClr>
    </dgm:linClrLst>
    <dgm:effectClrLst/>
    <dgm:txLinClrLst/>
    <dgm:txFillClrLst/>
    <dgm:txEffectClrLst/>
  </dgm:styleLbl>
  <dgm:styleLbl name="asst2">
    <dgm:fillClrLst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asst3">
    <dgm:fillClrLst>
      <a:schemeClr val="accent5"/>
    </dgm:fillClrLst>
    <dgm:linClrLst meth="repeat">
      <a:schemeClr val="lt1"/>
    </dgm:linClrLst>
    <dgm:effectClrLst/>
    <dgm:txLinClrLst/>
    <dgm:txFillClrLst/>
    <dgm:txEffectClrLst/>
  </dgm:styleLbl>
  <dgm:styleLbl name="asst4">
    <dgm:fillClrLst>
      <a:schemeClr val="accent6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2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3">
    <dgm:fillClrLst meth="repeat">
      <a:schemeClr val="accent4"/>
    </dgm:fillClrLst>
    <dgm:linClrLst meth="repeat">
      <a:schemeClr val="lt1"/>
    </dgm:linClrLst>
    <dgm:effectClrLst/>
    <dgm:txLinClrLst/>
    <dgm:txFillClrLst/>
    <dgm:txEffectClrLst/>
  </dgm:styleLbl>
  <dgm:styleLbl name="parChTrans2D4">
    <dgm:fillClrLst meth="repeat">
      <a:schemeClr val="accent5"/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2"/>
    </dgm:fillClrLst>
    <dgm:linClrLst meth="repeat">
      <a:schemeClr val="accent2"/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2">
        <a:tint val="90000"/>
      </a:schemeClr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2">
        <a:tint val="70000"/>
      </a:schemeClr>
    </dgm:fillClrLst>
    <dgm:linClrLst meth="repeat">
      <a:schemeClr val="accent4"/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2">
        <a:tint val="50000"/>
      </a:schemeClr>
    </dgm:fillClrLst>
    <dgm:linClrLst meth="repeat">
      <a:schemeClr val="accent5"/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2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>
      <a:schemeClr val="accent2"/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>
      <a:schemeClr val="accent2">
        <a:tint val="40000"/>
        <a:alpha val="90000"/>
      </a:schemeClr>
      <a:schemeClr val="accent3">
        <a:tint val="40000"/>
        <a:alpha val="90000"/>
      </a:schemeClr>
    </dgm:fillClrLst>
    <dgm:linClrLst>
      <a:schemeClr val="accent2">
        <a:tint val="40000"/>
        <a:alpha val="90000"/>
      </a:schemeClr>
      <a:schemeClr val="accent3">
        <a:tint val="40000"/>
        <a:alpha val="9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>
      <a:schemeClr val="accent4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>
      <a:schemeClr val="accent5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2">
        <a:tint val="40000"/>
      </a:schemeClr>
    </dgm:fillClrLst>
    <dgm:linClrLst meth="repeat">
      <a:schemeClr val="dk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2">
        <a:shade val="90000"/>
      </a:schemeClr>
    </dgm:fillClrLst>
    <dgm:linClrLst meth="repeat">
      <a:schemeClr val="dk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2">
        <a:tint val="50000"/>
        <a:alpha val="40000"/>
      </a:schemeClr>
    </dgm:fillClrLst>
    <dgm:linClrLst meth="repeat">
      <a:schemeClr val="accent2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2">
        <a:tint val="4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3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4.xml><?xml version="1.0" encoding="utf-8"?>
<dgm:colorsDef xmlns:dgm="http://schemas.openxmlformats.org/drawingml/2006/diagram" xmlns:a="http://schemas.openxmlformats.org/drawingml/2006/main" uniqueId="urn:microsoft.com/office/officeart/2005/8/colors/accent3_2">
  <dgm:title val=""/>
  <dgm:desc val=""/>
  <dgm:catLst>
    <dgm:cat type="accent3" pri="11200"/>
  </dgm:catLst>
  <dgm:styleLbl name="node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3"/>
    </dgm:fillClrLst>
    <dgm:linClrLst meth="repeat">
      <a:schemeClr val="accent3"/>
    </dgm:linClrLst>
    <dgm:effectClrLst/>
    <dgm:txLinClrLst/>
    <dgm:txFillClrLst/>
    <dgm:txEffectClrLst/>
  </dgm:styleLbl>
  <dgm:styleLbl name="lnNode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3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3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3"/>
    </dgm:fillClrLst>
    <dgm:linClrLst meth="repeat">
      <a:schemeClr val="accent3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3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3">
        <a:tint val="60000"/>
      </a:schemeClr>
    </dgm:fillClrLst>
    <dgm:linClrLst meth="repeat">
      <a:schemeClr val="accent3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3"/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3"/>
    </dgm:fillClrLst>
    <dgm:linClrLst meth="repeat">
      <a:schemeClr val="accent3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3"/>
    </dgm:fillClrLst>
    <dgm:linClrLst meth="repeat">
      <a:schemeClr val="accent3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3">
        <a:alpha val="90000"/>
        <a:tint val="40000"/>
      </a:schemeClr>
    </dgm:fillClrLst>
    <dgm:linClrLst meth="repeat">
      <a:schemeClr val="accent3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3">
        <a:tint val="40000"/>
      </a:schemeClr>
    </dgm:fillClrLst>
    <dgm:linClrLst meth="repeat">
      <a:schemeClr val="accent3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3">
        <a:shade val="8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3">
        <a:tint val="50000"/>
        <a:alpha val="40000"/>
      </a:schemeClr>
    </dgm:fillClrLst>
    <dgm:linClrLst meth="repeat">
      <a:schemeClr val="accent3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3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5FBC84BB-5935-4AC9-B4E4-E14278BC66CF}" type="doc">
      <dgm:prSet loTypeId="urn:microsoft.com/office/officeart/2018/2/layout/IconVerticalSolidList" loCatId="icon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20B8CAF1-ED53-4066-9147-636BC92ECA93}">
      <dgm:prSet/>
      <dgm:spPr/>
      <dgm:t>
        <a:bodyPr/>
        <a:lstStyle/>
        <a:p>
          <a:r>
            <a:rPr lang="en-US"/>
            <a:t>What is Data modeling? Why is it required?</a:t>
          </a:r>
        </a:p>
      </dgm:t>
    </dgm:pt>
    <dgm:pt modelId="{A3D639AF-5038-44A9-B521-36785187D2D8}" type="parTrans" cxnId="{05080A74-4CC3-4AE3-9459-1779D4C6489B}">
      <dgm:prSet/>
      <dgm:spPr/>
      <dgm:t>
        <a:bodyPr/>
        <a:lstStyle/>
        <a:p>
          <a:endParaRPr lang="en-US"/>
        </a:p>
      </dgm:t>
    </dgm:pt>
    <dgm:pt modelId="{DD4482B1-0540-42A8-887D-117919148DB8}" type="sibTrans" cxnId="{05080A74-4CC3-4AE3-9459-1779D4C6489B}">
      <dgm:prSet/>
      <dgm:spPr/>
      <dgm:t>
        <a:bodyPr/>
        <a:lstStyle/>
        <a:p>
          <a:endParaRPr lang="en-US"/>
        </a:p>
      </dgm:t>
    </dgm:pt>
    <dgm:pt modelId="{042CFAB7-8FB9-4DCE-A268-EB1743FF550A}">
      <dgm:prSet/>
      <dgm:spPr/>
      <dgm:t>
        <a:bodyPr/>
        <a:lstStyle/>
        <a:p>
          <a:r>
            <a:rPr lang="en-US"/>
            <a:t>Data model Type (CDM,LDM,PDM)</a:t>
          </a:r>
        </a:p>
      </dgm:t>
    </dgm:pt>
    <dgm:pt modelId="{E94C6409-C808-4C1F-BB8A-C45319E41E7A}" type="parTrans" cxnId="{FE1A8351-0E51-4C35-9229-58B4B2296D4E}">
      <dgm:prSet/>
      <dgm:spPr/>
      <dgm:t>
        <a:bodyPr/>
        <a:lstStyle/>
        <a:p>
          <a:endParaRPr lang="en-US"/>
        </a:p>
      </dgm:t>
    </dgm:pt>
    <dgm:pt modelId="{AC28E401-AAFB-42B1-9BA5-1D808FBA906A}" type="sibTrans" cxnId="{FE1A8351-0E51-4C35-9229-58B4B2296D4E}">
      <dgm:prSet/>
      <dgm:spPr/>
      <dgm:t>
        <a:bodyPr/>
        <a:lstStyle/>
        <a:p>
          <a:endParaRPr lang="en-US"/>
        </a:p>
      </dgm:t>
    </dgm:pt>
    <dgm:pt modelId="{929A61A0-4906-4474-8A42-B26C8DDDBF2E}">
      <dgm:prSet/>
      <dgm:spPr/>
      <dgm:t>
        <a:bodyPr/>
        <a:lstStyle/>
        <a:p>
          <a:r>
            <a:rPr lang="en-US"/>
            <a:t>OLTP Vs OLAP System</a:t>
          </a:r>
        </a:p>
      </dgm:t>
    </dgm:pt>
    <dgm:pt modelId="{52919C26-F1B3-439D-98D3-BCAE6B731851}" type="parTrans" cxnId="{BCA43C0A-BAC8-40AC-8C94-C707726E1929}">
      <dgm:prSet/>
      <dgm:spPr/>
      <dgm:t>
        <a:bodyPr/>
        <a:lstStyle/>
        <a:p>
          <a:endParaRPr lang="en-US"/>
        </a:p>
      </dgm:t>
    </dgm:pt>
    <dgm:pt modelId="{F12C9C47-409A-49BC-AC99-5F63948015AD}" type="sibTrans" cxnId="{BCA43C0A-BAC8-40AC-8C94-C707726E1929}">
      <dgm:prSet/>
      <dgm:spPr/>
      <dgm:t>
        <a:bodyPr/>
        <a:lstStyle/>
        <a:p>
          <a:endParaRPr lang="en-US"/>
        </a:p>
      </dgm:t>
    </dgm:pt>
    <dgm:pt modelId="{44BB58CF-4996-4DB0-A8CD-F7C1021E5DD4}">
      <dgm:prSet/>
      <dgm:spPr/>
      <dgm:t>
        <a:bodyPr/>
        <a:lstStyle/>
        <a:p>
          <a:r>
            <a:rPr lang="en-US"/>
            <a:t>Dimensional modeling</a:t>
          </a:r>
        </a:p>
      </dgm:t>
    </dgm:pt>
    <dgm:pt modelId="{F62AA0B4-66A9-4457-9EDE-F132A728C46E}" type="parTrans" cxnId="{AD22FB0B-E73B-4D8D-993F-848CBAFC24F5}">
      <dgm:prSet/>
      <dgm:spPr/>
      <dgm:t>
        <a:bodyPr/>
        <a:lstStyle/>
        <a:p>
          <a:endParaRPr lang="en-US"/>
        </a:p>
      </dgm:t>
    </dgm:pt>
    <dgm:pt modelId="{72D98BF7-9AB2-4149-AC4F-3FF389D917FF}" type="sibTrans" cxnId="{AD22FB0B-E73B-4D8D-993F-848CBAFC24F5}">
      <dgm:prSet/>
      <dgm:spPr/>
      <dgm:t>
        <a:bodyPr/>
        <a:lstStyle/>
        <a:p>
          <a:endParaRPr lang="en-US"/>
        </a:p>
      </dgm:t>
    </dgm:pt>
    <dgm:pt modelId="{4DD2E667-A0C4-4DA3-8E00-49189093C2C0}">
      <dgm:prSet/>
      <dgm:spPr/>
      <dgm:t>
        <a:bodyPr/>
        <a:lstStyle/>
        <a:p>
          <a:r>
            <a:rPr lang="en-US"/>
            <a:t>Star Schema vs Snowflake Schema</a:t>
          </a:r>
        </a:p>
      </dgm:t>
    </dgm:pt>
    <dgm:pt modelId="{A87A5AB1-52A3-4C48-A7E7-463FC8DAE9BB}" type="parTrans" cxnId="{77636695-45AB-4F62-9DBB-5981ED2ADEEA}">
      <dgm:prSet/>
      <dgm:spPr/>
      <dgm:t>
        <a:bodyPr/>
        <a:lstStyle/>
        <a:p>
          <a:endParaRPr lang="en-US"/>
        </a:p>
      </dgm:t>
    </dgm:pt>
    <dgm:pt modelId="{5310B74C-5695-4BB6-AB93-2792E47C104B}" type="sibTrans" cxnId="{77636695-45AB-4F62-9DBB-5981ED2ADEEA}">
      <dgm:prSet/>
      <dgm:spPr/>
      <dgm:t>
        <a:bodyPr/>
        <a:lstStyle/>
        <a:p>
          <a:endParaRPr lang="en-US"/>
        </a:p>
      </dgm:t>
    </dgm:pt>
    <dgm:pt modelId="{21AF3EB7-1FB8-4AEB-8B42-B69562862E20}">
      <dgm:prSet/>
      <dgm:spPr/>
      <dgm:t>
        <a:bodyPr/>
        <a:lstStyle/>
        <a:p>
          <a:r>
            <a:rPr lang="en-US"/>
            <a:t>Data Vault modeling</a:t>
          </a:r>
        </a:p>
      </dgm:t>
    </dgm:pt>
    <dgm:pt modelId="{5112E473-13EC-463F-907C-676E7B2E0649}" type="parTrans" cxnId="{DE8D709E-FF6D-4465-B1A6-DA304A879C46}">
      <dgm:prSet/>
      <dgm:spPr/>
      <dgm:t>
        <a:bodyPr/>
        <a:lstStyle/>
        <a:p>
          <a:endParaRPr lang="en-US"/>
        </a:p>
      </dgm:t>
    </dgm:pt>
    <dgm:pt modelId="{4422FD75-10CD-4C79-8633-205B6FB7F727}" type="sibTrans" cxnId="{DE8D709E-FF6D-4465-B1A6-DA304A879C46}">
      <dgm:prSet/>
      <dgm:spPr/>
      <dgm:t>
        <a:bodyPr/>
        <a:lstStyle/>
        <a:p>
          <a:endParaRPr lang="en-US"/>
        </a:p>
      </dgm:t>
    </dgm:pt>
    <dgm:pt modelId="{DBE0F8EF-6063-4711-A940-065296BDEDC5}">
      <dgm:prSet/>
      <dgm:spPr/>
      <dgm:t>
        <a:bodyPr/>
        <a:lstStyle/>
        <a:p>
          <a:r>
            <a:rPr lang="en-US"/>
            <a:t>Definition of Commonly used Key fields</a:t>
          </a:r>
        </a:p>
      </dgm:t>
    </dgm:pt>
    <dgm:pt modelId="{E86F4D34-543A-4D09-9BF1-60AAD26ED971}" type="parTrans" cxnId="{80870CB9-9D51-4A4A-83DD-AA4A0C1EE609}">
      <dgm:prSet/>
      <dgm:spPr/>
      <dgm:t>
        <a:bodyPr/>
        <a:lstStyle/>
        <a:p>
          <a:endParaRPr lang="en-US"/>
        </a:p>
      </dgm:t>
    </dgm:pt>
    <dgm:pt modelId="{C9A1D890-FAD9-406B-B188-639D0F98A193}" type="sibTrans" cxnId="{80870CB9-9D51-4A4A-83DD-AA4A0C1EE609}">
      <dgm:prSet/>
      <dgm:spPr/>
      <dgm:t>
        <a:bodyPr/>
        <a:lstStyle/>
        <a:p>
          <a:endParaRPr lang="en-US"/>
        </a:p>
      </dgm:t>
    </dgm:pt>
    <dgm:pt modelId="{4E9D82DB-75A9-4B29-BF92-485920220E2B}">
      <dgm:prSet/>
      <dgm:spPr/>
      <dgm:t>
        <a:bodyPr/>
        <a:lstStyle/>
        <a:p>
          <a:r>
            <a:rPr lang="en-US"/>
            <a:t>Overview of Data Architecture</a:t>
          </a:r>
        </a:p>
      </dgm:t>
    </dgm:pt>
    <dgm:pt modelId="{8B2BDF7E-8F3D-44B7-91E6-479178ADDFAB}" type="parTrans" cxnId="{39AE4EF4-E7DF-421D-993E-3901BF80D20F}">
      <dgm:prSet/>
      <dgm:spPr/>
      <dgm:t>
        <a:bodyPr/>
        <a:lstStyle/>
        <a:p>
          <a:endParaRPr lang="en-US"/>
        </a:p>
      </dgm:t>
    </dgm:pt>
    <dgm:pt modelId="{28FC20EF-DD44-4F50-8E02-3C446858F1CE}" type="sibTrans" cxnId="{39AE4EF4-E7DF-421D-993E-3901BF80D20F}">
      <dgm:prSet/>
      <dgm:spPr/>
      <dgm:t>
        <a:bodyPr/>
        <a:lstStyle/>
        <a:p>
          <a:endParaRPr lang="en-US"/>
        </a:p>
      </dgm:t>
    </dgm:pt>
    <dgm:pt modelId="{395F6AF7-13C3-46B7-AFB8-D0AE3AF157CE}" type="pres">
      <dgm:prSet presAssocID="{5FBC84BB-5935-4AC9-B4E4-E14278BC66CF}" presName="root" presStyleCnt="0">
        <dgm:presLayoutVars>
          <dgm:dir/>
          <dgm:resizeHandles val="exact"/>
        </dgm:presLayoutVars>
      </dgm:prSet>
      <dgm:spPr/>
    </dgm:pt>
    <dgm:pt modelId="{427CFC80-75E9-471F-A7E8-A8A9A7721D63}" type="pres">
      <dgm:prSet presAssocID="{20B8CAF1-ED53-4066-9147-636BC92ECA93}" presName="compNode" presStyleCnt="0"/>
      <dgm:spPr/>
    </dgm:pt>
    <dgm:pt modelId="{007D00A4-E41D-4457-BBF1-AAAFA8D27140}" type="pres">
      <dgm:prSet presAssocID="{20B8CAF1-ED53-4066-9147-636BC92ECA93}" presName="bgRect" presStyleLbl="bgShp" presStyleIdx="0" presStyleCnt="8"/>
      <dgm:spPr/>
    </dgm:pt>
    <dgm:pt modelId="{1E4C9C06-5404-4D77-BDDC-29D438B21204}" type="pres">
      <dgm:prSet presAssocID="{20B8CAF1-ED53-4066-9147-636BC92ECA93}" presName="iconRect" presStyleLbl="node1" presStyleIdx="0" presStyleCnt="8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CBEE2C30-7ADF-43AD-94E9-91233D4D4B88}" type="pres">
      <dgm:prSet presAssocID="{20B8CAF1-ED53-4066-9147-636BC92ECA93}" presName="spaceRect" presStyleCnt="0"/>
      <dgm:spPr/>
    </dgm:pt>
    <dgm:pt modelId="{2385BFB7-FE3C-42B2-BE20-F8E0F12F8577}" type="pres">
      <dgm:prSet presAssocID="{20B8CAF1-ED53-4066-9147-636BC92ECA93}" presName="parTx" presStyleLbl="revTx" presStyleIdx="0" presStyleCnt="8">
        <dgm:presLayoutVars>
          <dgm:chMax val="0"/>
          <dgm:chPref val="0"/>
        </dgm:presLayoutVars>
      </dgm:prSet>
      <dgm:spPr/>
    </dgm:pt>
    <dgm:pt modelId="{E351704B-E238-460B-9FA1-D8F62C146C55}" type="pres">
      <dgm:prSet presAssocID="{DD4482B1-0540-42A8-887D-117919148DB8}" presName="sibTrans" presStyleCnt="0"/>
      <dgm:spPr/>
    </dgm:pt>
    <dgm:pt modelId="{25E2B6B1-463D-4D02-8AE4-11039F9FB602}" type="pres">
      <dgm:prSet presAssocID="{042CFAB7-8FB9-4DCE-A268-EB1743FF550A}" presName="compNode" presStyleCnt="0"/>
      <dgm:spPr/>
    </dgm:pt>
    <dgm:pt modelId="{0958A8FE-63C2-4BE1-A766-C2FBEC23A627}" type="pres">
      <dgm:prSet presAssocID="{042CFAB7-8FB9-4DCE-A268-EB1743FF550A}" presName="bgRect" presStyleLbl="bgShp" presStyleIdx="1" presStyleCnt="8"/>
      <dgm:spPr/>
    </dgm:pt>
    <dgm:pt modelId="{31CC8D34-ECDC-4593-9209-C20E50CC2F48}" type="pres">
      <dgm:prSet presAssocID="{042CFAB7-8FB9-4DCE-A268-EB1743FF550A}" presName="iconRect" presStyleLbl="node1" presStyleIdx="1" presStyleCnt="8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atabase"/>
        </a:ext>
      </dgm:extLst>
    </dgm:pt>
    <dgm:pt modelId="{E90DEC16-8417-4785-AEBA-AF56D55DEAE0}" type="pres">
      <dgm:prSet presAssocID="{042CFAB7-8FB9-4DCE-A268-EB1743FF550A}" presName="spaceRect" presStyleCnt="0"/>
      <dgm:spPr/>
    </dgm:pt>
    <dgm:pt modelId="{D25542F2-B6D3-4B39-945A-3E22F0A692CB}" type="pres">
      <dgm:prSet presAssocID="{042CFAB7-8FB9-4DCE-A268-EB1743FF550A}" presName="parTx" presStyleLbl="revTx" presStyleIdx="1" presStyleCnt="8">
        <dgm:presLayoutVars>
          <dgm:chMax val="0"/>
          <dgm:chPref val="0"/>
        </dgm:presLayoutVars>
      </dgm:prSet>
      <dgm:spPr/>
    </dgm:pt>
    <dgm:pt modelId="{FAE65006-753E-446C-98B4-4E845CE1F86A}" type="pres">
      <dgm:prSet presAssocID="{AC28E401-AAFB-42B1-9BA5-1D808FBA906A}" presName="sibTrans" presStyleCnt="0"/>
      <dgm:spPr/>
    </dgm:pt>
    <dgm:pt modelId="{07B9C4B5-73FA-4E8D-85AA-EA7E1863B4A3}" type="pres">
      <dgm:prSet presAssocID="{929A61A0-4906-4474-8A42-B26C8DDDBF2E}" presName="compNode" presStyleCnt="0"/>
      <dgm:spPr/>
    </dgm:pt>
    <dgm:pt modelId="{2E1EAAD9-A020-47B6-814D-8E3D6C61DA99}" type="pres">
      <dgm:prSet presAssocID="{929A61A0-4906-4474-8A42-B26C8DDDBF2E}" presName="bgRect" presStyleLbl="bgShp" presStyleIdx="2" presStyleCnt="8"/>
      <dgm:spPr/>
    </dgm:pt>
    <dgm:pt modelId="{095FA57F-C9AD-471C-AF02-6B15DE436932}" type="pres">
      <dgm:prSet presAssocID="{929A61A0-4906-4474-8A42-B26C8DDDBF2E}" presName="iconRect" presStyleLbl="node1" presStyleIdx="2" presStyleCnt="8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User"/>
        </a:ext>
      </dgm:extLst>
    </dgm:pt>
    <dgm:pt modelId="{4C5AF1C0-BB13-4F8D-A414-B58E77C7BB0F}" type="pres">
      <dgm:prSet presAssocID="{929A61A0-4906-4474-8A42-B26C8DDDBF2E}" presName="spaceRect" presStyleCnt="0"/>
      <dgm:spPr/>
    </dgm:pt>
    <dgm:pt modelId="{E6978745-F735-47C5-A57E-02DB00F36745}" type="pres">
      <dgm:prSet presAssocID="{929A61A0-4906-4474-8A42-B26C8DDDBF2E}" presName="parTx" presStyleLbl="revTx" presStyleIdx="2" presStyleCnt="8">
        <dgm:presLayoutVars>
          <dgm:chMax val="0"/>
          <dgm:chPref val="0"/>
        </dgm:presLayoutVars>
      </dgm:prSet>
      <dgm:spPr/>
    </dgm:pt>
    <dgm:pt modelId="{4813569E-64FC-4990-BF67-8D716DE898CB}" type="pres">
      <dgm:prSet presAssocID="{F12C9C47-409A-49BC-AC99-5F63948015AD}" presName="sibTrans" presStyleCnt="0"/>
      <dgm:spPr/>
    </dgm:pt>
    <dgm:pt modelId="{2CEC6748-1437-45DA-B961-1DF43EA9435E}" type="pres">
      <dgm:prSet presAssocID="{44BB58CF-4996-4DB0-A8CD-F7C1021E5DD4}" presName="compNode" presStyleCnt="0"/>
      <dgm:spPr/>
    </dgm:pt>
    <dgm:pt modelId="{77615511-A970-47DA-9455-BC075469526B}" type="pres">
      <dgm:prSet presAssocID="{44BB58CF-4996-4DB0-A8CD-F7C1021E5DD4}" presName="bgRect" presStyleLbl="bgShp" presStyleIdx="3" presStyleCnt="8"/>
      <dgm:spPr/>
    </dgm:pt>
    <dgm:pt modelId="{2297B50F-14C2-4111-9768-4913B8615AD4}" type="pres">
      <dgm:prSet presAssocID="{44BB58CF-4996-4DB0-A8CD-F7C1021E5DD4}" presName="iconRect" presStyleLbl="node1" presStyleIdx="3" presStyleCnt="8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Document"/>
        </a:ext>
      </dgm:extLst>
    </dgm:pt>
    <dgm:pt modelId="{D689A0CD-F0BE-4857-9394-5134E1B7ADB5}" type="pres">
      <dgm:prSet presAssocID="{44BB58CF-4996-4DB0-A8CD-F7C1021E5DD4}" presName="spaceRect" presStyleCnt="0"/>
      <dgm:spPr/>
    </dgm:pt>
    <dgm:pt modelId="{93426C76-6C3F-4614-85BD-E23E6A2E141A}" type="pres">
      <dgm:prSet presAssocID="{44BB58CF-4996-4DB0-A8CD-F7C1021E5DD4}" presName="parTx" presStyleLbl="revTx" presStyleIdx="3" presStyleCnt="8">
        <dgm:presLayoutVars>
          <dgm:chMax val="0"/>
          <dgm:chPref val="0"/>
        </dgm:presLayoutVars>
      </dgm:prSet>
      <dgm:spPr/>
    </dgm:pt>
    <dgm:pt modelId="{6CE9C904-52D6-4A8A-B8D6-12891D1A86BA}" type="pres">
      <dgm:prSet presAssocID="{72D98BF7-9AB2-4149-AC4F-3FF389D917FF}" presName="sibTrans" presStyleCnt="0"/>
      <dgm:spPr/>
    </dgm:pt>
    <dgm:pt modelId="{7F09B5FD-08AA-44E8-925A-F1FAE6B4197C}" type="pres">
      <dgm:prSet presAssocID="{4DD2E667-A0C4-4DA3-8E00-49189093C2C0}" presName="compNode" presStyleCnt="0"/>
      <dgm:spPr/>
    </dgm:pt>
    <dgm:pt modelId="{6F30725A-40C1-4773-9628-A8E536B25F0D}" type="pres">
      <dgm:prSet presAssocID="{4DD2E667-A0C4-4DA3-8E00-49189093C2C0}" presName="bgRect" presStyleLbl="bgShp" presStyleIdx="4" presStyleCnt="8"/>
      <dgm:spPr/>
    </dgm:pt>
    <dgm:pt modelId="{7D9D7A71-904C-4F64-9BC1-11B19A7760B4}" type="pres">
      <dgm:prSet presAssocID="{4DD2E667-A0C4-4DA3-8E00-49189093C2C0}" presName="iconRect" presStyleLbl="node1" presStyleIdx="4" presStyleCnt="8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nowflake"/>
        </a:ext>
      </dgm:extLst>
    </dgm:pt>
    <dgm:pt modelId="{1FB0BF07-0724-4B4A-9922-0208A18333A7}" type="pres">
      <dgm:prSet presAssocID="{4DD2E667-A0C4-4DA3-8E00-49189093C2C0}" presName="spaceRect" presStyleCnt="0"/>
      <dgm:spPr/>
    </dgm:pt>
    <dgm:pt modelId="{BBD9E3E6-AC9F-4B14-B639-465183A935B4}" type="pres">
      <dgm:prSet presAssocID="{4DD2E667-A0C4-4DA3-8E00-49189093C2C0}" presName="parTx" presStyleLbl="revTx" presStyleIdx="4" presStyleCnt="8">
        <dgm:presLayoutVars>
          <dgm:chMax val="0"/>
          <dgm:chPref val="0"/>
        </dgm:presLayoutVars>
      </dgm:prSet>
      <dgm:spPr/>
    </dgm:pt>
    <dgm:pt modelId="{6E0081C1-291B-4D46-B2B5-F152056EB5AF}" type="pres">
      <dgm:prSet presAssocID="{5310B74C-5695-4BB6-AB93-2792E47C104B}" presName="sibTrans" presStyleCnt="0"/>
      <dgm:spPr/>
    </dgm:pt>
    <dgm:pt modelId="{B4B381A6-B369-44FB-965B-6D0C96E8AF08}" type="pres">
      <dgm:prSet presAssocID="{21AF3EB7-1FB8-4AEB-8B42-B69562862E20}" presName="compNode" presStyleCnt="0"/>
      <dgm:spPr/>
    </dgm:pt>
    <dgm:pt modelId="{F1564246-C28C-4E3B-A0A6-F03F440F8467}" type="pres">
      <dgm:prSet presAssocID="{21AF3EB7-1FB8-4AEB-8B42-B69562862E20}" presName="bgRect" presStyleLbl="bgShp" presStyleIdx="5" presStyleCnt="8"/>
      <dgm:spPr/>
    </dgm:pt>
    <dgm:pt modelId="{B96559C0-5B98-4E4B-8564-D440770D7471}" type="pres">
      <dgm:prSet presAssocID="{21AF3EB7-1FB8-4AEB-8B42-B69562862E20}" presName="iconRect" presStyleLbl="node1" presStyleIdx="5" presStyleCnt="8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6629AC19-CB9D-47CA-85DB-5D13BA96ABB1}" type="pres">
      <dgm:prSet presAssocID="{21AF3EB7-1FB8-4AEB-8B42-B69562862E20}" presName="spaceRect" presStyleCnt="0"/>
      <dgm:spPr/>
    </dgm:pt>
    <dgm:pt modelId="{D60DF3EE-4550-425A-97CB-F7E6F46B3AD2}" type="pres">
      <dgm:prSet presAssocID="{21AF3EB7-1FB8-4AEB-8B42-B69562862E20}" presName="parTx" presStyleLbl="revTx" presStyleIdx="5" presStyleCnt="8">
        <dgm:presLayoutVars>
          <dgm:chMax val="0"/>
          <dgm:chPref val="0"/>
        </dgm:presLayoutVars>
      </dgm:prSet>
      <dgm:spPr/>
    </dgm:pt>
    <dgm:pt modelId="{24830E25-2E3A-46A8-BD80-D02161A31F75}" type="pres">
      <dgm:prSet presAssocID="{4422FD75-10CD-4C79-8633-205B6FB7F727}" presName="sibTrans" presStyleCnt="0"/>
      <dgm:spPr/>
    </dgm:pt>
    <dgm:pt modelId="{474B779A-43BE-456D-92DB-06DE5DCFD30C}" type="pres">
      <dgm:prSet presAssocID="{DBE0F8EF-6063-4711-A940-065296BDEDC5}" presName="compNode" presStyleCnt="0"/>
      <dgm:spPr/>
    </dgm:pt>
    <dgm:pt modelId="{A7CF14E4-2F73-4B2E-8CAA-F0B87E620BD5}" type="pres">
      <dgm:prSet presAssocID="{DBE0F8EF-6063-4711-A940-065296BDEDC5}" presName="bgRect" presStyleLbl="bgShp" presStyleIdx="6" presStyleCnt="8"/>
      <dgm:spPr/>
    </dgm:pt>
    <dgm:pt modelId="{1152F129-CC05-4B56-88A2-6BE338BC1921}" type="pres">
      <dgm:prSet presAssocID="{DBE0F8EF-6063-4711-A940-065296BDEDC5}" presName="iconRect" presStyleLbl="node1" presStyleIdx="6" presStyleCnt="8"/>
      <dgm:spPr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EF3603AC-774B-443A-85AF-69CC6FB466EB}" type="pres">
      <dgm:prSet presAssocID="{DBE0F8EF-6063-4711-A940-065296BDEDC5}" presName="spaceRect" presStyleCnt="0"/>
      <dgm:spPr/>
    </dgm:pt>
    <dgm:pt modelId="{902639DC-E517-4DC2-BAE8-FCCC637E5BAA}" type="pres">
      <dgm:prSet presAssocID="{DBE0F8EF-6063-4711-A940-065296BDEDC5}" presName="parTx" presStyleLbl="revTx" presStyleIdx="6" presStyleCnt="8">
        <dgm:presLayoutVars>
          <dgm:chMax val="0"/>
          <dgm:chPref val="0"/>
        </dgm:presLayoutVars>
      </dgm:prSet>
      <dgm:spPr/>
    </dgm:pt>
    <dgm:pt modelId="{48CD0ED3-1A29-4B68-8854-6FB7CBA8DD86}" type="pres">
      <dgm:prSet presAssocID="{C9A1D890-FAD9-406B-B188-639D0F98A193}" presName="sibTrans" presStyleCnt="0"/>
      <dgm:spPr/>
    </dgm:pt>
    <dgm:pt modelId="{E793BBB8-431B-41CC-9143-02B5F4E8C1EC}" type="pres">
      <dgm:prSet presAssocID="{4E9D82DB-75A9-4B29-BF92-485920220E2B}" presName="compNode" presStyleCnt="0"/>
      <dgm:spPr/>
    </dgm:pt>
    <dgm:pt modelId="{1B15CAF6-A3F4-4D65-87AA-3B29D131D649}" type="pres">
      <dgm:prSet presAssocID="{4E9D82DB-75A9-4B29-BF92-485920220E2B}" presName="bgRect" presStyleLbl="bgShp" presStyleIdx="7" presStyleCnt="8"/>
      <dgm:spPr/>
    </dgm:pt>
    <dgm:pt modelId="{50917620-DA6B-4BD2-AEFB-D49E4FBF4EFA}" type="pres">
      <dgm:prSet presAssocID="{4E9D82DB-75A9-4B29-BF92-485920220E2B}" presName="iconRect" presStyleLbl="node1" presStyleIdx="7" presStyleCnt="8"/>
      <dgm:spPr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mart Phone"/>
        </a:ext>
      </dgm:extLst>
    </dgm:pt>
    <dgm:pt modelId="{4CB9A227-09A0-4F3E-A269-CDD8CB991603}" type="pres">
      <dgm:prSet presAssocID="{4E9D82DB-75A9-4B29-BF92-485920220E2B}" presName="spaceRect" presStyleCnt="0"/>
      <dgm:spPr/>
    </dgm:pt>
    <dgm:pt modelId="{50E4C55B-16E2-476A-814F-E8C8C652A0A5}" type="pres">
      <dgm:prSet presAssocID="{4E9D82DB-75A9-4B29-BF92-485920220E2B}" presName="parTx" presStyleLbl="revTx" presStyleIdx="7" presStyleCnt="8">
        <dgm:presLayoutVars>
          <dgm:chMax val="0"/>
          <dgm:chPref val="0"/>
        </dgm:presLayoutVars>
      </dgm:prSet>
      <dgm:spPr/>
    </dgm:pt>
  </dgm:ptLst>
  <dgm:cxnLst>
    <dgm:cxn modelId="{BCA43C0A-BAC8-40AC-8C94-C707726E1929}" srcId="{5FBC84BB-5935-4AC9-B4E4-E14278BC66CF}" destId="{929A61A0-4906-4474-8A42-B26C8DDDBF2E}" srcOrd="2" destOrd="0" parTransId="{52919C26-F1B3-439D-98D3-BCAE6B731851}" sibTransId="{F12C9C47-409A-49BC-AC99-5F63948015AD}"/>
    <dgm:cxn modelId="{AD22FB0B-E73B-4D8D-993F-848CBAFC24F5}" srcId="{5FBC84BB-5935-4AC9-B4E4-E14278BC66CF}" destId="{44BB58CF-4996-4DB0-A8CD-F7C1021E5DD4}" srcOrd="3" destOrd="0" parTransId="{F62AA0B4-66A9-4457-9EDE-F132A728C46E}" sibTransId="{72D98BF7-9AB2-4149-AC4F-3FF389D917FF}"/>
    <dgm:cxn modelId="{0EFDAC13-6B49-4BF0-9A8F-D0D82446BD9D}" type="presOf" srcId="{042CFAB7-8FB9-4DCE-A268-EB1743FF550A}" destId="{D25542F2-B6D3-4B39-945A-3E22F0A692CB}" srcOrd="0" destOrd="0" presId="urn:microsoft.com/office/officeart/2018/2/layout/IconVerticalSolidList"/>
    <dgm:cxn modelId="{EAD71F48-C5A4-4CD8-90E9-986631684421}" type="presOf" srcId="{20B8CAF1-ED53-4066-9147-636BC92ECA93}" destId="{2385BFB7-FE3C-42B2-BE20-F8E0F12F8577}" srcOrd="0" destOrd="0" presId="urn:microsoft.com/office/officeart/2018/2/layout/IconVerticalSolidList"/>
    <dgm:cxn modelId="{FE1A8351-0E51-4C35-9229-58B4B2296D4E}" srcId="{5FBC84BB-5935-4AC9-B4E4-E14278BC66CF}" destId="{042CFAB7-8FB9-4DCE-A268-EB1743FF550A}" srcOrd="1" destOrd="0" parTransId="{E94C6409-C808-4C1F-BB8A-C45319E41E7A}" sibTransId="{AC28E401-AAFB-42B1-9BA5-1D808FBA906A}"/>
    <dgm:cxn modelId="{05080A74-4CC3-4AE3-9459-1779D4C6489B}" srcId="{5FBC84BB-5935-4AC9-B4E4-E14278BC66CF}" destId="{20B8CAF1-ED53-4066-9147-636BC92ECA93}" srcOrd="0" destOrd="0" parTransId="{A3D639AF-5038-44A9-B521-36785187D2D8}" sibTransId="{DD4482B1-0540-42A8-887D-117919148DB8}"/>
    <dgm:cxn modelId="{30621A58-DBD5-4611-88CA-B4257D8D3EBC}" type="presOf" srcId="{21AF3EB7-1FB8-4AEB-8B42-B69562862E20}" destId="{D60DF3EE-4550-425A-97CB-F7E6F46B3AD2}" srcOrd="0" destOrd="0" presId="urn:microsoft.com/office/officeart/2018/2/layout/IconVerticalSolidList"/>
    <dgm:cxn modelId="{16A51681-2A77-4D88-B146-0BDA60BC9731}" type="presOf" srcId="{DBE0F8EF-6063-4711-A940-065296BDEDC5}" destId="{902639DC-E517-4DC2-BAE8-FCCC637E5BAA}" srcOrd="0" destOrd="0" presId="urn:microsoft.com/office/officeart/2018/2/layout/IconVerticalSolidList"/>
    <dgm:cxn modelId="{77636695-45AB-4F62-9DBB-5981ED2ADEEA}" srcId="{5FBC84BB-5935-4AC9-B4E4-E14278BC66CF}" destId="{4DD2E667-A0C4-4DA3-8E00-49189093C2C0}" srcOrd="4" destOrd="0" parTransId="{A87A5AB1-52A3-4C48-A7E7-463FC8DAE9BB}" sibTransId="{5310B74C-5695-4BB6-AB93-2792E47C104B}"/>
    <dgm:cxn modelId="{DE8D709E-FF6D-4465-B1A6-DA304A879C46}" srcId="{5FBC84BB-5935-4AC9-B4E4-E14278BC66CF}" destId="{21AF3EB7-1FB8-4AEB-8B42-B69562862E20}" srcOrd="5" destOrd="0" parTransId="{5112E473-13EC-463F-907C-676E7B2E0649}" sibTransId="{4422FD75-10CD-4C79-8633-205B6FB7F727}"/>
    <dgm:cxn modelId="{80870CB9-9D51-4A4A-83DD-AA4A0C1EE609}" srcId="{5FBC84BB-5935-4AC9-B4E4-E14278BC66CF}" destId="{DBE0F8EF-6063-4711-A940-065296BDEDC5}" srcOrd="6" destOrd="0" parTransId="{E86F4D34-543A-4D09-9BF1-60AAD26ED971}" sibTransId="{C9A1D890-FAD9-406B-B188-639D0F98A193}"/>
    <dgm:cxn modelId="{E23826C0-433E-4C8A-93B6-3861DC43D7FD}" type="presOf" srcId="{4E9D82DB-75A9-4B29-BF92-485920220E2B}" destId="{50E4C55B-16E2-476A-814F-E8C8C652A0A5}" srcOrd="0" destOrd="0" presId="urn:microsoft.com/office/officeart/2018/2/layout/IconVerticalSolidList"/>
    <dgm:cxn modelId="{673FD1C2-B886-4A5E-AE3C-6351E328FFC2}" type="presOf" srcId="{44BB58CF-4996-4DB0-A8CD-F7C1021E5DD4}" destId="{93426C76-6C3F-4614-85BD-E23E6A2E141A}" srcOrd="0" destOrd="0" presId="urn:microsoft.com/office/officeart/2018/2/layout/IconVerticalSolidList"/>
    <dgm:cxn modelId="{93AE7FD1-7F98-4127-A3C1-48B93A900012}" type="presOf" srcId="{4DD2E667-A0C4-4DA3-8E00-49189093C2C0}" destId="{BBD9E3E6-AC9F-4B14-B639-465183A935B4}" srcOrd="0" destOrd="0" presId="urn:microsoft.com/office/officeart/2018/2/layout/IconVerticalSolidList"/>
    <dgm:cxn modelId="{39AE4EF4-E7DF-421D-993E-3901BF80D20F}" srcId="{5FBC84BB-5935-4AC9-B4E4-E14278BC66CF}" destId="{4E9D82DB-75A9-4B29-BF92-485920220E2B}" srcOrd="7" destOrd="0" parTransId="{8B2BDF7E-8F3D-44B7-91E6-479178ADDFAB}" sibTransId="{28FC20EF-DD44-4F50-8E02-3C446858F1CE}"/>
    <dgm:cxn modelId="{618554F8-A2E4-44DD-8093-F92B97A0BEEA}" type="presOf" srcId="{929A61A0-4906-4474-8A42-B26C8DDDBF2E}" destId="{E6978745-F735-47C5-A57E-02DB00F36745}" srcOrd="0" destOrd="0" presId="urn:microsoft.com/office/officeart/2018/2/layout/IconVerticalSolidList"/>
    <dgm:cxn modelId="{E71780FA-B843-43F4-ABCD-25D082DAD058}" type="presOf" srcId="{5FBC84BB-5935-4AC9-B4E4-E14278BC66CF}" destId="{395F6AF7-13C3-46B7-AFB8-D0AE3AF157CE}" srcOrd="0" destOrd="0" presId="urn:microsoft.com/office/officeart/2018/2/layout/IconVerticalSolidList"/>
    <dgm:cxn modelId="{9D9844D6-DF18-450A-A0B1-4149BEA4DCA5}" type="presParOf" srcId="{395F6AF7-13C3-46B7-AFB8-D0AE3AF157CE}" destId="{427CFC80-75E9-471F-A7E8-A8A9A7721D63}" srcOrd="0" destOrd="0" presId="urn:microsoft.com/office/officeart/2018/2/layout/IconVerticalSolidList"/>
    <dgm:cxn modelId="{7BCC1CFE-DA90-44AB-8AB1-EE9E225413D5}" type="presParOf" srcId="{427CFC80-75E9-471F-A7E8-A8A9A7721D63}" destId="{007D00A4-E41D-4457-BBF1-AAAFA8D27140}" srcOrd="0" destOrd="0" presId="urn:microsoft.com/office/officeart/2018/2/layout/IconVerticalSolidList"/>
    <dgm:cxn modelId="{3BE98C9F-C857-46CC-BC64-C0DD51E80F16}" type="presParOf" srcId="{427CFC80-75E9-471F-A7E8-A8A9A7721D63}" destId="{1E4C9C06-5404-4D77-BDDC-29D438B21204}" srcOrd="1" destOrd="0" presId="urn:microsoft.com/office/officeart/2018/2/layout/IconVerticalSolidList"/>
    <dgm:cxn modelId="{3EDA7EF1-AB21-4DC9-B19D-D6C15B55606B}" type="presParOf" srcId="{427CFC80-75E9-471F-A7E8-A8A9A7721D63}" destId="{CBEE2C30-7ADF-43AD-94E9-91233D4D4B88}" srcOrd="2" destOrd="0" presId="urn:microsoft.com/office/officeart/2018/2/layout/IconVerticalSolidList"/>
    <dgm:cxn modelId="{60F3A43E-F188-4D06-BE4D-722F668AD8A2}" type="presParOf" srcId="{427CFC80-75E9-471F-A7E8-A8A9A7721D63}" destId="{2385BFB7-FE3C-42B2-BE20-F8E0F12F8577}" srcOrd="3" destOrd="0" presId="urn:microsoft.com/office/officeart/2018/2/layout/IconVerticalSolidList"/>
    <dgm:cxn modelId="{003F01D7-E2EF-4F65-87E4-8E9862B54F0E}" type="presParOf" srcId="{395F6AF7-13C3-46B7-AFB8-D0AE3AF157CE}" destId="{E351704B-E238-460B-9FA1-D8F62C146C55}" srcOrd="1" destOrd="0" presId="urn:microsoft.com/office/officeart/2018/2/layout/IconVerticalSolidList"/>
    <dgm:cxn modelId="{C6F1522E-CCB4-4F2F-BF3E-A30B0153B8B0}" type="presParOf" srcId="{395F6AF7-13C3-46B7-AFB8-D0AE3AF157CE}" destId="{25E2B6B1-463D-4D02-8AE4-11039F9FB602}" srcOrd="2" destOrd="0" presId="urn:microsoft.com/office/officeart/2018/2/layout/IconVerticalSolidList"/>
    <dgm:cxn modelId="{36C87058-3BFA-4EA4-94F3-004DAC0AB919}" type="presParOf" srcId="{25E2B6B1-463D-4D02-8AE4-11039F9FB602}" destId="{0958A8FE-63C2-4BE1-A766-C2FBEC23A627}" srcOrd="0" destOrd="0" presId="urn:microsoft.com/office/officeart/2018/2/layout/IconVerticalSolidList"/>
    <dgm:cxn modelId="{A32C2BF1-7EFF-46C2-8B79-F72FD6B700CE}" type="presParOf" srcId="{25E2B6B1-463D-4D02-8AE4-11039F9FB602}" destId="{31CC8D34-ECDC-4593-9209-C20E50CC2F48}" srcOrd="1" destOrd="0" presId="urn:microsoft.com/office/officeart/2018/2/layout/IconVerticalSolidList"/>
    <dgm:cxn modelId="{5716F6BE-BE5D-43AC-A08B-C7E4D0BDAFBA}" type="presParOf" srcId="{25E2B6B1-463D-4D02-8AE4-11039F9FB602}" destId="{E90DEC16-8417-4785-AEBA-AF56D55DEAE0}" srcOrd="2" destOrd="0" presId="urn:microsoft.com/office/officeart/2018/2/layout/IconVerticalSolidList"/>
    <dgm:cxn modelId="{8DD36C46-1D46-4817-A3B3-11DDCF804924}" type="presParOf" srcId="{25E2B6B1-463D-4D02-8AE4-11039F9FB602}" destId="{D25542F2-B6D3-4B39-945A-3E22F0A692CB}" srcOrd="3" destOrd="0" presId="urn:microsoft.com/office/officeart/2018/2/layout/IconVerticalSolidList"/>
    <dgm:cxn modelId="{384D50DF-4C6C-4C12-B18C-AE7E7AC23357}" type="presParOf" srcId="{395F6AF7-13C3-46B7-AFB8-D0AE3AF157CE}" destId="{FAE65006-753E-446C-98B4-4E845CE1F86A}" srcOrd="3" destOrd="0" presId="urn:microsoft.com/office/officeart/2018/2/layout/IconVerticalSolidList"/>
    <dgm:cxn modelId="{DF5678C1-6ADA-4034-A27E-C712C44CD087}" type="presParOf" srcId="{395F6AF7-13C3-46B7-AFB8-D0AE3AF157CE}" destId="{07B9C4B5-73FA-4E8D-85AA-EA7E1863B4A3}" srcOrd="4" destOrd="0" presId="urn:microsoft.com/office/officeart/2018/2/layout/IconVerticalSolidList"/>
    <dgm:cxn modelId="{DDF21967-B416-4567-BEFE-B5CFE6760369}" type="presParOf" srcId="{07B9C4B5-73FA-4E8D-85AA-EA7E1863B4A3}" destId="{2E1EAAD9-A020-47B6-814D-8E3D6C61DA99}" srcOrd="0" destOrd="0" presId="urn:microsoft.com/office/officeart/2018/2/layout/IconVerticalSolidList"/>
    <dgm:cxn modelId="{6C5716FD-11C1-45C0-A56F-20BFFFE1C14E}" type="presParOf" srcId="{07B9C4B5-73FA-4E8D-85AA-EA7E1863B4A3}" destId="{095FA57F-C9AD-471C-AF02-6B15DE436932}" srcOrd="1" destOrd="0" presId="urn:microsoft.com/office/officeart/2018/2/layout/IconVerticalSolidList"/>
    <dgm:cxn modelId="{2F8446E9-26E3-45C2-8B4E-1A3C4C3D175C}" type="presParOf" srcId="{07B9C4B5-73FA-4E8D-85AA-EA7E1863B4A3}" destId="{4C5AF1C0-BB13-4F8D-A414-B58E77C7BB0F}" srcOrd="2" destOrd="0" presId="urn:microsoft.com/office/officeart/2018/2/layout/IconVerticalSolidList"/>
    <dgm:cxn modelId="{9B6EC15D-A289-4AF1-8D35-07522E4E3C16}" type="presParOf" srcId="{07B9C4B5-73FA-4E8D-85AA-EA7E1863B4A3}" destId="{E6978745-F735-47C5-A57E-02DB00F36745}" srcOrd="3" destOrd="0" presId="urn:microsoft.com/office/officeart/2018/2/layout/IconVerticalSolidList"/>
    <dgm:cxn modelId="{9F4FDBCC-8F1A-4D52-ADBB-9880413C9A02}" type="presParOf" srcId="{395F6AF7-13C3-46B7-AFB8-D0AE3AF157CE}" destId="{4813569E-64FC-4990-BF67-8D716DE898CB}" srcOrd="5" destOrd="0" presId="urn:microsoft.com/office/officeart/2018/2/layout/IconVerticalSolidList"/>
    <dgm:cxn modelId="{5F051166-C751-49FF-81B0-67DDE24FB24D}" type="presParOf" srcId="{395F6AF7-13C3-46B7-AFB8-D0AE3AF157CE}" destId="{2CEC6748-1437-45DA-B961-1DF43EA9435E}" srcOrd="6" destOrd="0" presId="urn:microsoft.com/office/officeart/2018/2/layout/IconVerticalSolidList"/>
    <dgm:cxn modelId="{0921FE6B-7F8D-49E9-AEA6-89F8A5426869}" type="presParOf" srcId="{2CEC6748-1437-45DA-B961-1DF43EA9435E}" destId="{77615511-A970-47DA-9455-BC075469526B}" srcOrd="0" destOrd="0" presId="urn:microsoft.com/office/officeart/2018/2/layout/IconVerticalSolidList"/>
    <dgm:cxn modelId="{3A21B0F6-86BA-4A4A-A736-2380B2177FAE}" type="presParOf" srcId="{2CEC6748-1437-45DA-B961-1DF43EA9435E}" destId="{2297B50F-14C2-4111-9768-4913B8615AD4}" srcOrd="1" destOrd="0" presId="urn:microsoft.com/office/officeart/2018/2/layout/IconVerticalSolidList"/>
    <dgm:cxn modelId="{3056889E-BB4B-4BD7-80AA-72CA3948B2A4}" type="presParOf" srcId="{2CEC6748-1437-45DA-B961-1DF43EA9435E}" destId="{D689A0CD-F0BE-4857-9394-5134E1B7ADB5}" srcOrd="2" destOrd="0" presId="urn:microsoft.com/office/officeart/2018/2/layout/IconVerticalSolidList"/>
    <dgm:cxn modelId="{2FB70832-7322-407F-9104-FF12451E91C5}" type="presParOf" srcId="{2CEC6748-1437-45DA-B961-1DF43EA9435E}" destId="{93426C76-6C3F-4614-85BD-E23E6A2E141A}" srcOrd="3" destOrd="0" presId="urn:microsoft.com/office/officeart/2018/2/layout/IconVerticalSolidList"/>
    <dgm:cxn modelId="{BF62F19D-F088-40EA-9FFE-FB6E7F2C0CA3}" type="presParOf" srcId="{395F6AF7-13C3-46B7-AFB8-D0AE3AF157CE}" destId="{6CE9C904-52D6-4A8A-B8D6-12891D1A86BA}" srcOrd="7" destOrd="0" presId="urn:microsoft.com/office/officeart/2018/2/layout/IconVerticalSolidList"/>
    <dgm:cxn modelId="{F1F9653A-0243-4F51-8E27-678CAB4C6A06}" type="presParOf" srcId="{395F6AF7-13C3-46B7-AFB8-D0AE3AF157CE}" destId="{7F09B5FD-08AA-44E8-925A-F1FAE6B4197C}" srcOrd="8" destOrd="0" presId="urn:microsoft.com/office/officeart/2018/2/layout/IconVerticalSolidList"/>
    <dgm:cxn modelId="{E6FE8C0E-F308-4832-8E60-0D4108E6F17F}" type="presParOf" srcId="{7F09B5FD-08AA-44E8-925A-F1FAE6B4197C}" destId="{6F30725A-40C1-4773-9628-A8E536B25F0D}" srcOrd="0" destOrd="0" presId="urn:microsoft.com/office/officeart/2018/2/layout/IconVerticalSolidList"/>
    <dgm:cxn modelId="{1B4713B5-F518-46C3-9646-608C4EEB91EB}" type="presParOf" srcId="{7F09B5FD-08AA-44E8-925A-F1FAE6B4197C}" destId="{7D9D7A71-904C-4F64-9BC1-11B19A7760B4}" srcOrd="1" destOrd="0" presId="urn:microsoft.com/office/officeart/2018/2/layout/IconVerticalSolidList"/>
    <dgm:cxn modelId="{007B5582-FB92-4A1A-B2F8-3B40F4A0FF7F}" type="presParOf" srcId="{7F09B5FD-08AA-44E8-925A-F1FAE6B4197C}" destId="{1FB0BF07-0724-4B4A-9922-0208A18333A7}" srcOrd="2" destOrd="0" presId="urn:microsoft.com/office/officeart/2018/2/layout/IconVerticalSolidList"/>
    <dgm:cxn modelId="{5823CEDC-C408-425D-8358-1E0218DE56D9}" type="presParOf" srcId="{7F09B5FD-08AA-44E8-925A-F1FAE6B4197C}" destId="{BBD9E3E6-AC9F-4B14-B639-465183A935B4}" srcOrd="3" destOrd="0" presId="urn:microsoft.com/office/officeart/2018/2/layout/IconVerticalSolidList"/>
    <dgm:cxn modelId="{12159699-35F0-4350-85FB-B4D7CD582140}" type="presParOf" srcId="{395F6AF7-13C3-46B7-AFB8-D0AE3AF157CE}" destId="{6E0081C1-291B-4D46-B2B5-F152056EB5AF}" srcOrd="9" destOrd="0" presId="urn:microsoft.com/office/officeart/2018/2/layout/IconVerticalSolidList"/>
    <dgm:cxn modelId="{3C246836-AD0C-4E62-A3B6-1F6D034C8657}" type="presParOf" srcId="{395F6AF7-13C3-46B7-AFB8-D0AE3AF157CE}" destId="{B4B381A6-B369-44FB-965B-6D0C96E8AF08}" srcOrd="10" destOrd="0" presId="urn:microsoft.com/office/officeart/2018/2/layout/IconVerticalSolidList"/>
    <dgm:cxn modelId="{A6FC083A-AE8E-42C3-AFB6-B7884DDFC969}" type="presParOf" srcId="{B4B381A6-B369-44FB-965B-6D0C96E8AF08}" destId="{F1564246-C28C-4E3B-A0A6-F03F440F8467}" srcOrd="0" destOrd="0" presId="urn:microsoft.com/office/officeart/2018/2/layout/IconVerticalSolidList"/>
    <dgm:cxn modelId="{9EA91305-A17F-4F58-A63C-2BF4F21A2611}" type="presParOf" srcId="{B4B381A6-B369-44FB-965B-6D0C96E8AF08}" destId="{B96559C0-5B98-4E4B-8564-D440770D7471}" srcOrd="1" destOrd="0" presId="urn:microsoft.com/office/officeart/2018/2/layout/IconVerticalSolidList"/>
    <dgm:cxn modelId="{AFFBC79E-DCD4-4729-B9A7-4B7B81FCA0B0}" type="presParOf" srcId="{B4B381A6-B369-44FB-965B-6D0C96E8AF08}" destId="{6629AC19-CB9D-47CA-85DB-5D13BA96ABB1}" srcOrd="2" destOrd="0" presId="urn:microsoft.com/office/officeart/2018/2/layout/IconVerticalSolidList"/>
    <dgm:cxn modelId="{8A966D0C-8AA8-4213-8FEC-02F4FE5EFE4C}" type="presParOf" srcId="{B4B381A6-B369-44FB-965B-6D0C96E8AF08}" destId="{D60DF3EE-4550-425A-97CB-F7E6F46B3AD2}" srcOrd="3" destOrd="0" presId="urn:microsoft.com/office/officeart/2018/2/layout/IconVerticalSolidList"/>
    <dgm:cxn modelId="{302CAA6A-F6C7-4FE9-858E-8B039E7FD8AB}" type="presParOf" srcId="{395F6AF7-13C3-46B7-AFB8-D0AE3AF157CE}" destId="{24830E25-2E3A-46A8-BD80-D02161A31F75}" srcOrd="11" destOrd="0" presId="urn:microsoft.com/office/officeart/2018/2/layout/IconVerticalSolidList"/>
    <dgm:cxn modelId="{452A1885-F1D7-4590-A600-66C29FCFDA55}" type="presParOf" srcId="{395F6AF7-13C3-46B7-AFB8-D0AE3AF157CE}" destId="{474B779A-43BE-456D-92DB-06DE5DCFD30C}" srcOrd="12" destOrd="0" presId="urn:microsoft.com/office/officeart/2018/2/layout/IconVerticalSolidList"/>
    <dgm:cxn modelId="{DF9219B8-AE04-4A48-8608-1EF32663EC9A}" type="presParOf" srcId="{474B779A-43BE-456D-92DB-06DE5DCFD30C}" destId="{A7CF14E4-2F73-4B2E-8CAA-F0B87E620BD5}" srcOrd="0" destOrd="0" presId="urn:microsoft.com/office/officeart/2018/2/layout/IconVerticalSolidList"/>
    <dgm:cxn modelId="{23A235A5-2084-405E-916F-9F9A7F0695B1}" type="presParOf" srcId="{474B779A-43BE-456D-92DB-06DE5DCFD30C}" destId="{1152F129-CC05-4B56-88A2-6BE338BC1921}" srcOrd="1" destOrd="0" presId="urn:microsoft.com/office/officeart/2018/2/layout/IconVerticalSolidList"/>
    <dgm:cxn modelId="{3199A2D9-2125-4CD3-899F-97325AF14F5F}" type="presParOf" srcId="{474B779A-43BE-456D-92DB-06DE5DCFD30C}" destId="{EF3603AC-774B-443A-85AF-69CC6FB466EB}" srcOrd="2" destOrd="0" presId="urn:microsoft.com/office/officeart/2018/2/layout/IconVerticalSolidList"/>
    <dgm:cxn modelId="{407B7548-A597-4AAD-A34B-0E502014EA68}" type="presParOf" srcId="{474B779A-43BE-456D-92DB-06DE5DCFD30C}" destId="{902639DC-E517-4DC2-BAE8-FCCC637E5BAA}" srcOrd="3" destOrd="0" presId="urn:microsoft.com/office/officeart/2018/2/layout/IconVerticalSolidList"/>
    <dgm:cxn modelId="{F7CB3EA3-70CA-4A8D-9CA9-75887BD12911}" type="presParOf" srcId="{395F6AF7-13C3-46B7-AFB8-D0AE3AF157CE}" destId="{48CD0ED3-1A29-4B68-8854-6FB7CBA8DD86}" srcOrd="13" destOrd="0" presId="urn:microsoft.com/office/officeart/2018/2/layout/IconVerticalSolidList"/>
    <dgm:cxn modelId="{F974B730-99D5-4C5F-9B4A-0A10C0870D26}" type="presParOf" srcId="{395F6AF7-13C3-46B7-AFB8-D0AE3AF157CE}" destId="{E793BBB8-431B-41CC-9143-02B5F4E8C1EC}" srcOrd="14" destOrd="0" presId="urn:microsoft.com/office/officeart/2018/2/layout/IconVerticalSolidList"/>
    <dgm:cxn modelId="{A0681559-C8A9-4FAC-94A9-1111E868E470}" type="presParOf" srcId="{E793BBB8-431B-41CC-9143-02B5F4E8C1EC}" destId="{1B15CAF6-A3F4-4D65-87AA-3B29D131D649}" srcOrd="0" destOrd="0" presId="urn:microsoft.com/office/officeart/2018/2/layout/IconVerticalSolidList"/>
    <dgm:cxn modelId="{ECC0C304-0683-46DA-B453-40E2CE0E1FBB}" type="presParOf" srcId="{E793BBB8-431B-41CC-9143-02B5F4E8C1EC}" destId="{50917620-DA6B-4BD2-AEFB-D49E4FBF4EFA}" srcOrd="1" destOrd="0" presId="urn:microsoft.com/office/officeart/2018/2/layout/IconVerticalSolidList"/>
    <dgm:cxn modelId="{B44598DC-ADFB-4909-91A0-BA212B7A159C}" type="presParOf" srcId="{E793BBB8-431B-41CC-9143-02B5F4E8C1EC}" destId="{4CB9A227-09A0-4F3E-A269-CDD8CB991603}" srcOrd="2" destOrd="0" presId="urn:microsoft.com/office/officeart/2018/2/layout/IconVerticalSolidList"/>
    <dgm:cxn modelId="{F1F47F7A-E1A1-4C03-8071-C009640BC1ED}" type="presParOf" srcId="{E793BBB8-431B-41CC-9143-02B5F4E8C1EC}" destId="{50E4C55B-16E2-476A-814F-E8C8C652A0A5}" srcOrd="3" destOrd="0" presId="urn:microsoft.com/office/officeart/2018/2/layout/IconVerticalSolidList"/>
  </dgm:cxnLst>
  <dgm:bg/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107C8595-9523-4100-9757-CE2AE74536E0}" type="doc">
      <dgm:prSet loTypeId="urn:microsoft.com/office/officeart/2005/8/layout/vProcess5" loCatId="process" qsTypeId="urn:microsoft.com/office/officeart/2005/8/quickstyle/simple1" qsCatId="simple" csTypeId="urn:microsoft.com/office/officeart/2005/8/colors/colorful2" csCatId="colorful"/>
      <dgm:spPr/>
      <dgm:t>
        <a:bodyPr/>
        <a:lstStyle/>
        <a:p>
          <a:endParaRPr lang="en-US"/>
        </a:p>
      </dgm:t>
    </dgm:pt>
    <dgm:pt modelId="{99F1010A-9001-4EB8-BB16-E655E3D93713}">
      <dgm:prSet/>
      <dgm:spPr/>
      <dgm:t>
        <a:bodyPr/>
        <a:lstStyle/>
        <a:p>
          <a:r>
            <a:rPr lang="en-US" b="1" u="sng" dirty="0"/>
            <a:t>Dimensional Modeling</a:t>
          </a:r>
          <a:endParaRPr lang="en-US" dirty="0"/>
        </a:p>
      </dgm:t>
    </dgm:pt>
    <dgm:pt modelId="{8A14CEF7-D55A-4F28-84DA-F41179DC4BE4}" type="parTrans" cxnId="{8CA9A3B6-A00A-4A6F-B041-346089345CF1}">
      <dgm:prSet/>
      <dgm:spPr/>
      <dgm:t>
        <a:bodyPr/>
        <a:lstStyle/>
        <a:p>
          <a:endParaRPr lang="en-US"/>
        </a:p>
      </dgm:t>
    </dgm:pt>
    <dgm:pt modelId="{AC9CF465-2E04-4646-9A2A-64E25B633008}" type="sibTrans" cxnId="{8CA9A3B6-A00A-4A6F-B041-346089345CF1}">
      <dgm:prSet/>
      <dgm:spPr/>
      <dgm:t>
        <a:bodyPr/>
        <a:lstStyle/>
        <a:p>
          <a:endParaRPr lang="en-US"/>
        </a:p>
      </dgm:t>
    </dgm:pt>
    <dgm:pt modelId="{BFE5D140-F4CD-4B9F-A2EC-F59A229096C7}">
      <dgm:prSet/>
      <dgm:spPr/>
      <dgm:t>
        <a:bodyPr/>
        <a:lstStyle/>
        <a:p>
          <a:r>
            <a:rPr lang="en-US"/>
            <a:t>This is a OLAP modeling technique, It organize the data for fast querying,reporting and analytics.</a:t>
          </a:r>
        </a:p>
      </dgm:t>
    </dgm:pt>
    <dgm:pt modelId="{59936B37-05F5-4C70-8084-709EF8161591}" type="parTrans" cxnId="{A8022C12-2947-4EDB-AD5A-9ADF0BF3F0DA}">
      <dgm:prSet/>
      <dgm:spPr/>
      <dgm:t>
        <a:bodyPr/>
        <a:lstStyle/>
        <a:p>
          <a:endParaRPr lang="en-US"/>
        </a:p>
      </dgm:t>
    </dgm:pt>
    <dgm:pt modelId="{2337C285-CE33-4400-A090-2C26C09F42A7}" type="sibTrans" cxnId="{A8022C12-2947-4EDB-AD5A-9ADF0BF3F0DA}">
      <dgm:prSet/>
      <dgm:spPr/>
      <dgm:t>
        <a:bodyPr/>
        <a:lstStyle/>
        <a:p>
          <a:endParaRPr lang="en-US"/>
        </a:p>
      </dgm:t>
    </dgm:pt>
    <dgm:pt modelId="{6E36586E-A354-4493-AEA2-602AA41B15F4}">
      <dgm:prSet/>
      <dgm:spPr/>
      <dgm:t>
        <a:bodyPr/>
        <a:lstStyle/>
        <a:p>
          <a:r>
            <a:rPr lang="en-US"/>
            <a:t>It structure the data into </a:t>
          </a:r>
        </a:p>
      </dgm:t>
    </dgm:pt>
    <dgm:pt modelId="{9930C1B4-A709-4D6C-96BE-07FFEA11E1D0}" type="parTrans" cxnId="{53AD3B99-4ACC-483A-AE57-3319937A0CAA}">
      <dgm:prSet/>
      <dgm:spPr/>
      <dgm:t>
        <a:bodyPr/>
        <a:lstStyle/>
        <a:p>
          <a:endParaRPr lang="en-US"/>
        </a:p>
      </dgm:t>
    </dgm:pt>
    <dgm:pt modelId="{5483DE4D-FDE6-4C81-A504-13894AE044FE}" type="sibTrans" cxnId="{53AD3B99-4ACC-483A-AE57-3319937A0CAA}">
      <dgm:prSet/>
      <dgm:spPr/>
      <dgm:t>
        <a:bodyPr/>
        <a:lstStyle/>
        <a:p>
          <a:endParaRPr lang="en-US"/>
        </a:p>
      </dgm:t>
    </dgm:pt>
    <dgm:pt modelId="{7B486B76-FD42-438A-BFAC-DC807286EF27}">
      <dgm:prSet/>
      <dgm:spPr/>
      <dgm:t>
        <a:bodyPr/>
        <a:lstStyle/>
        <a:p>
          <a:r>
            <a:rPr lang="en-US"/>
            <a:t>Fact tables – which store measurable business data</a:t>
          </a:r>
        </a:p>
      </dgm:t>
    </dgm:pt>
    <dgm:pt modelId="{1E429FE8-ED8F-493D-AC66-D4E38C2FD99C}" type="parTrans" cxnId="{CA7F0232-7747-4006-934B-8A50E41EDE42}">
      <dgm:prSet/>
      <dgm:spPr/>
      <dgm:t>
        <a:bodyPr/>
        <a:lstStyle/>
        <a:p>
          <a:endParaRPr lang="en-US"/>
        </a:p>
      </dgm:t>
    </dgm:pt>
    <dgm:pt modelId="{7F92C1B0-B4A5-4236-A2A7-8E8DCF3A6E8B}" type="sibTrans" cxnId="{CA7F0232-7747-4006-934B-8A50E41EDE42}">
      <dgm:prSet/>
      <dgm:spPr/>
      <dgm:t>
        <a:bodyPr/>
        <a:lstStyle/>
        <a:p>
          <a:endParaRPr lang="en-US"/>
        </a:p>
      </dgm:t>
    </dgm:pt>
    <dgm:pt modelId="{A8046F19-FC7E-4352-8D8A-C2207E5C809E}">
      <dgm:prSet/>
      <dgm:spPr/>
      <dgm:t>
        <a:bodyPr/>
        <a:lstStyle/>
        <a:p>
          <a:r>
            <a:rPr lang="en-US"/>
            <a:t>Dimensional tables – store descriptive context about the business idea.</a:t>
          </a:r>
        </a:p>
      </dgm:t>
    </dgm:pt>
    <dgm:pt modelId="{7392F8C9-48E2-4169-B520-4A51B11F270D}" type="parTrans" cxnId="{34356813-0C6F-4471-9A42-CC317BF7118E}">
      <dgm:prSet/>
      <dgm:spPr/>
      <dgm:t>
        <a:bodyPr/>
        <a:lstStyle/>
        <a:p>
          <a:endParaRPr lang="en-US"/>
        </a:p>
      </dgm:t>
    </dgm:pt>
    <dgm:pt modelId="{E8917DBF-DA81-4065-B443-FD5B9ABCFE8F}" type="sibTrans" cxnId="{34356813-0C6F-4471-9A42-CC317BF7118E}">
      <dgm:prSet/>
      <dgm:spPr/>
      <dgm:t>
        <a:bodyPr/>
        <a:lstStyle/>
        <a:p>
          <a:endParaRPr lang="en-US"/>
        </a:p>
      </dgm:t>
    </dgm:pt>
    <dgm:pt modelId="{B759C3F1-3D4E-4D01-97C4-CD1E21964B9E}" type="pres">
      <dgm:prSet presAssocID="{107C8595-9523-4100-9757-CE2AE74536E0}" presName="outerComposite" presStyleCnt="0">
        <dgm:presLayoutVars>
          <dgm:chMax val="5"/>
          <dgm:dir/>
          <dgm:resizeHandles val="exact"/>
        </dgm:presLayoutVars>
      </dgm:prSet>
      <dgm:spPr/>
    </dgm:pt>
    <dgm:pt modelId="{4B772507-CB31-4479-A989-D77427650512}" type="pres">
      <dgm:prSet presAssocID="{107C8595-9523-4100-9757-CE2AE74536E0}" presName="dummyMaxCanvas" presStyleCnt="0">
        <dgm:presLayoutVars/>
      </dgm:prSet>
      <dgm:spPr/>
    </dgm:pt>
    <dgm:pt modelId="{1395D599-9250-4027-8C93-E02E727568A4}" type="pres">
      <dgm:prSet presAssocID="{107C8595-9523-4100-9757-CE2AE74536E0}" presName="OneNode_1" presStyleLbl="node1" presStyleIdx="0" presStyleCnt="1">
        <dgm:presLayoutVars>
          <dgm:bulletEnabled val="1"/>
        </dgm:presLayoutVars>
      </dgm:prSet>
      <dgm:spPr/>
    </dgm:pt>
  </dgm:ptLst>
  <dgm:cxnLst>
    <dgm:cxn modelId="{A8022C12-2947-4EDB-AD5A-9ADF0BF3F0DA}" srcId="{99F1010A-9001-4EB8-BB16-E655E3D93713}" destId="{BFE5D140-F4CD-4B9F-A2EC-F59A229096C7}" srcOrd="0" destOrd="0" parTransId="{59936B37-05F5-4C70-8084-709EF8161591}" sibTransId="{2337C285-CE33-4400-A090-2C26C09F42A7}"/>
    <dgm:cxn modelId="{34356813-0C6F-4471-9A42-CC317BF7118E}" srcId="{6E36586E-A354-4493-AEA2-602AA41B15F4}" destId="{A8046F19-FC7E-4352-8D8A-C2207E5C809E}" srcOrd="1" destOrd="0" parTransId="{7392F8C9-48E2-4169-B520-4A51B11F270D}" sibTransId="{E8917DBF-DA81-4065-B443-FD5B9ABCFE8F}"/>
    <dgm:cxn modelId="{BFAAEB15-5082-4A26-AEDA-08C2EA051CE4}" type="presOf" srcId="{99F1010A-9001-4EB8-BB16-E655E3D93713}" destId="{1395D599-9250-4027-8C93-E02E727568A4}" srcOrd="0" destOrd="0" presId="urn:microsoft.com/office/officeart/2005/8/layout/vProcess5"/>
    <dgm:cxn modelId="{CA7F0232-7747-4006-934B-8A50E41EDE42}" srcId="{6E36586E-A354-4493-AEA2-602AA41B15F4}" destId="{7B486B76-FD42-438A-BFAC-DC807286EF27}" srcOrd="0" destOrd="0" parTransId="{1E429FE8-ED8F-493D-AC66-D4E38C2FD99C}" sibTransId="{7F92C1B0-B4A5-4236-A2A7-8E8DCF3A6E8B}"/>
    <dgm:cxn modelId="{AE425D54-74BB-4CA9-AA18-DBC31AD2F7BF}" type="presOf" srcId="{A8046F19-FC7E-4352-8D8A-C2207E5C809E}" destId="{1395D599-9250-4027-8C93-E02E727568A4}" srcOrd="0" destOrd="4" presId="urn:microsoft.com/office/officeart/2005/8/layout/vProcess5"/>
    <dgm:cxn modelId="{53AD3B99-4ACC-483A-AE57-3319937A0CAA}" srcId="{99F1010A-9001-4EB8-BB16-E655E3D93713}" destId="{6E36586E-A354-4493-AEA2-602AA41B15F4}" srcOrd="1" destOrd="0" parTransId="{9930C1B4-A709-4D6C-96BE-07FFEA11E1D0}" sibTransId="{5483DE4D-FDE6-4C81-A504-13894AE044FE}"/>
    <dgm:cxn modelId="{C2A834B0-10D6-4893-A4DC-009FA107721A}" type="presOf" srcId="{6E36586E-A354-4493-AEA2-602AA41B15F4}" destId="{1395D599-9250-4027-8C93-E02E727568A4}" srcOrd="0" destOrd="2" presId="urn:microsoft.com/office/officeart/2005/8/layout/vProcess5"/>
    <dgm:cxn modelId="{8CA9A3B6-A00A-4A6F-B041-346089345CF1}" srcId="{107C8595-9523-4100-9757-CE2AE74536E0}" destId="{99F1010A-9001-4EB8-BB16-E655E3D93713}" srcOrd="0" destOrd="0" parTransId="{8A14CEF7-D55A-4F28-84DA-F41179DC4BE4}" sibTransId="{AC9CF465-2E04-4646-9A2A-64E25B633008}"/>
    <dgm:cxn modelId="{272840EF-DD95-47ED-AFCD-F08E5D503D08}" type="presOf" srcId="{7B486B76-FD42-438A-BFAC-DC807286EF27}" destId="{1395D599-9250-4027-8C93-E02E727568A4}" srcOrd="0" destOrd="3" presId="urn:microsoft.com/office/officeart/2005/8/layout/vProcess5"/>
    <dgm:cxn modelId="{C32E8FEF-2DD8-4996-A5B5-BF8BC92C8CBB}" type="presOf" srcId="{BFE5D140-F4CD-4B9F-A2EC-F59A229096C7}" destId="{1395D599-9250-4027-8C93-E02E727568A4}" srcOrd="0" destOrd="1" presId="urn:microsoft.com/office/officeart/2005/8/layout/vProcess5"/>
    <dgm:cxn modelId="{85CFE3FC-A661-4E66-B754-A19C26005519}" type="presOf" srcId="{107C8595-9523-4100-9757-CE2AE74536E0}" destId="{B759C3F1-3D4E-4D01-97C4-CD1E21964B9E}" srcOrd="0" destOrd="0" presId="urn:microsoft.com/office/officeart/2005/8/layout/vProcess5"/>
    <dgm:cxn modelId="{8231545C-571A-432E-92DA-129855F7F21C}" type="presParOf" srcId="{B759C3F1-3D4E-4D01-97C4-CD1E21964B9E}" destId="{4B772507-CB31-4479-A989-D77427650512}" srcOrd="0" destOrd="0" presId="urn:microsoft.com/office/officeart/2005/8/layout/vProcess5"/>
    <dgm:cxn modelId="{5CDAB332-8ED1-44CF-AE0A-399D78D7CAE5}" type="presParOf" srcId="{B759C3F1-3D4E-4D01-97C4-CD1E21964B9E}" destId="{1395D599-9250-4027-8C93-E02E727568A4}" srcOrd="1" destOrd="0" presId="urn:microsoft.com/office/officeart/2005/8/layout/vProcess5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3.xml><?xml version="1.0" encoding="utf-8"?>
<dgm:dataModel xmlns:dgm="http://schemas.openxmlformats.org/drawingml/2006/diagram" xmlns:a="http://schemas.openxmlformats.org/drawingml/2006/main">
  <dgm:ptLst>
    <dgm:pt modelId="{22ED4ED4-E646-4810-8212-7C95B2FCB03D}" type="doc">
      <dgm:prSet loTypeId="urn:microsoft.com/office/officeart/2005/8/layout/vList2" loCatId="list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F28B4B34-2C0F-4BD5-BDC1-58C6A6D1548F}">
      <dgm:prSet/>
      <dgm:spPr/>
      <dgm:t>
        <a:bodyPr/>
        <a:lstStyle/>
        <a:p>
          <a:r>
            <a:rPr lang="en-US" dirty="0"/>
            <a:t>Data Vault modeling methodology used to build </a:t>
          </a:r>
          <a:r>
            <a:rPr lang="en-US" dirty="0" err="1"/>
            <a:t>scalable,auditable</a:t>
          </a:r>
          <a:r>
            <a:rPr lang="en-US" dirty="0"/>
            <a:t> and flexible enterprise data platforms – specially for analytical and historical tracking purpose.</a:t>
          </a:r>
        </a:p>
      </dgm:t>
    </dgm:pt>
    <dgm:pt modelId="{1953AE03-3CFC-4772-8EA1-99DE62908E19}" type="parTrans" cxnId="{5D7C4D9E-DFA5-48FD-BE90-82ABBE4263BB}">
      <dgm:prSet/>
      <dgm:spPr/>
      <dgm:t>
        <a:bodyPr/>
        <a:lstStyle/>
        <a:p>
          <a:endParaRPr lang="en-US"/>
        </a:p>
      </dgm:t>
    </dgm:pt>
    <dgm:pt modelId="{4CAF5B58-7956-40D9-83F5-1A4F236D9004}" type="sibTrans" cxnId="{5D7C4D9E-DFA5-48FD-BE90-82ABBE4263BB}">
      <dgm:prSet/>
      <dgm:spPr/>
      <dgm:t>
        <a:bodyPr/>
        <a:lstStyle/>
        <a:p>
          <a:endParaRPr lang="en-US"/>
        </a:p>
      </dgm:t>
    </dgm:pt>
    <dgm:pt modelId="{F40A7221-A3EC-44F6-A690-457EA4B4FDAC}">
      <dgm:prSet/>
      <dgm:spPr/>
      <dgm:t>
        <a:bodyPr/>
        <a:lstStyle/>
        <a:p>
          <a:r>
            <a:rPr lang="en-US"/>
            <a:t>Core components in Data Vault</a:t>
          </a:r>
        </a:p>
      </dgm:t>
    </dgm:pt>
    <dgm:pt modelId="{3DB6ACAB-02DF-4587-9904-4D51C6834910}" type="parTrans" cxnId="{64F76EA5-1955-4D83-8E58-FE596C6CB9B9}">
      <dgm:prSet/>
      <dgm:spPr/>
      <dgm:t>
        <a:bodyPr/>
        <a:lstStyle/>
        <a:p>
          <a:endParaRPr lang="en-US"/>
        </a:p>
      </dgm:t>
    </dgm:pt>
    <dgm:pt modelId="{A192A593-2FBF-4F4F-B4EF-91F8F0EF3D51}" type="sibTrans" cxnId="{64F76EA5-1955-4D83-8E58-FE596C6CB9B9}">
      <dgm:prSet/>
      <dgm:spPr/>
      <dgm:t>
        <a:bodyPr/>
        <a:lstStyle/>
        <a:p>
          <a:endParaRPr lang="en-US"/>
        </a:p>
      </dgm:t>
    </dgm:pt>
    <dgm:pt modelId="{2CDBEB35-1EED-4B87-B196-55356EF22724}">
      <dgm:prSet/>
      <dgm:spPr/>
      <dgm:t>
        <a:bodyPr/>
        <a:lstStyle/>
        <a:p>
          <a:r>
            <a:rPr lang="en-US"/>
            <a:t>Hub – stores unique business value</a:t>
          </a:r>
        </a:p>
      </dgm:t>
    </dgm:pt>
    <dgm:pt modelId="{4B4EAA65-C3B4-4F4D-A14F-C1E8EC05BC38}" type="parTrans" cxnId="{F5BCC7A4-5772-4EF2-824F-BFDA8829B219}">
      <dgm:prSet/>
      <dgm:spPr/>
      <dgm:t>
        <a:bodyPr/>
        <a:lstStyle/>
        <a:p>
          <a:endParaRPr lang="en-US"/>
        </a:p>
      </dgm:t>
    </dgm:pt>
    <dgm:pt modelId="{76B3CC72-9568-4198-B21C-11CA8D55CCA7}" type="sibTrans" cxnId="{F5BCC7A4-5772-4EF2-824F-BFDA8829B219}">
      <dgm:prSet/>
      <dgm:spPr/>
      <dgm:t>
        <a:bodyPr/>
        <a:lstStyle/>
        <a:p>
          <a:endParaRPr lang="en-US"/>
        </a:p>
      </dgm:t>
    </dgm:pt>
    <dgm:pt modelId="{F84FB312-D19E-455A-93DF-E76841273F48}">
      <dgm:prSet/>
      <dgm:spPr/>
      <dgm:t>
        <a:bodyPr/>
        <a:lstStyle/>
        <a:p>
          <a:r>
            <a:rPr lang="en-US"/>
            <a:t>Satellite – stores descriptive attribute and historical changes</a:t>
          </a:r>
        </a:p>
      </dgm:t>
    </dgm:pt>
    <dgm:pt modelId="{4A8A64A4-6F53-42D8-BBFB-00374AA50084}" type="parTrans" cxnId="{A2A2386D-2BC8-4B4A-AC06-CDFC0078802B}">
      <dgm:prSet/>
      <dgm:spPr/>
      <dgm:t>
        <a:bodyPr/>
        <a:lstStyle/>
        <a:p>
          <a:endParaRPr lang="en-US"/>
        </a:p>
      </dgm:t>
    </dgm:pt>
    <dgm:pt modelId="{36BBCF7D-7BDE-49AF-A6F6-23D1FA6B55A3}" type="sibTrans" cxnId="{A2A2386D-2BC8-4B4A-AC06-CDFC0078802B}">
      <dgm:prSet/>
      <dgm:spPr/>
      <dgm:t>
        <a:bodyPr/>
        <a:lstStyle/>
        <a:p>
          <a:endParaRPr lang="en-US"/>
        </a:p>
      </dgm:t>
    </dgm:pt>
    <dgm:pt modelId="{E62CB460-3F6D-4854-908B-CB1492D8CEE4}">
      <dgm:prSet/>
      <dgm:spPr/>
      <dgm:t>
        <a:bodyPr/>
        <a:lstStyle/>
        <a:p>
          <a:r>
            <a:rPr lang="en-US"/>
            <a:t>Link – stores relationships between hubs</a:t>
          </a:r>
        </a:p>
      </dgm:t>
    </dgm:pt>
    <dgm:pt modelId="{E7EB89DF-BA5F-4E32-A22F-6F981F35C6BB}" type="parTrans" cxnId="{00527B5D-7ED2-4510-A180-53A956C574EA}">
      <dgm:prSet/>
      <dgm:spPr/>
      <dgm:t>
        <a:bodyPr/>
        <a:lstStyle/>
        <a:p>
          <a:endParaRPr lang="en-US"/>
        </a:p>
      </dgm:t>
    </dgm:pt>
    <dgm:pt modelId="{58C5A753-4731-4C34-87F4-A04674909160}" type="sibTrans" cxnId="{00527B5D-7ED2-4510-A180-53A956C574EA}">
      <dgm:prSet/>
      <dgm:spPr/>
      <dgm:t>
        <a:bodyPr/>
        <a:lstStyle/>
        <a:p>
          <a:endParaRPr lang="en-US"/>
        </a:p>
      </dgm:t>
    </dgm:pt>
    <dgm:pt modelId="{A73F97FB-277D-4156-B337-D46E33D0A6FB}" type="pres">
      <dgm:prSet presAssocID="{22ED4ED4-E646-4810-8212-7C95B2FCB03D}" presName="linear" presStyleCnt="0">
        <dgm:presLayoutVars>
          <dgm:animLvl val="lvl"/>
          <dgm:resizeHandles val="exact"/>
        </dgm:presLayoutVars>
      </dgm:prSet>
      <dgm:spPr/>
    </dgm:pt>
    <dgm:pt modelId="{7CA41217-565B-4183-ABA6-0315828EFD2C}" type="pres">
      <dgm:prSet presAssocID="{F28B4B34-2C0F-4BD5-BDC1-58C6A6D1548F}" presName="parentText" presStyleLbl="node1" presStyleIdx="0" presStyleCnt="2">
        <dgm:presLayoutVars>
          <dgm:chMax val="0"/>
          <dgm:bulletEnabled val="1"/>
        </dgm:presLayoutVars>
      </dgm:prSet>
      <dgm:spPr/>
    </dgm:pt>
    <dgm:pt modelId="{EEB22EDD-06CB-42CE-8CE8-B045976F35EA}" type="pres">
      <dgm:prSet presAssocID="{4CAF5B58-7956-40D9-83F5-1A4F236D9004}" presName="spacer" presStyleCnt="0"/>
      <dgm:spPr/>
    </dgm:pt>
    <dgm:pt modelId="{72515C4A-D49E-447D-B8D4-338E2140DD34}" type="pres">
      <dgm:prSet presAssocID="{F40A7221-A3EC-44F6-A690-457EA4B4FDAC}" presName="parentText" presStyleLbl="node1" presStyleIdx="1" presStyleCnt="2">
        <dgm:presLayoutVars>
          <dgm:chMax val="0"/>
          <dgm:bulletEnabled val="1"/>
        </dgm:presLayoutVars>
      </dgm:prSet>
      <dgm:spPr/>
    </dgm:pt>
    <dgm:pt modelId="{5E99168A-D223-45A6-ABC3-C52DE0388C27}" type="pres">
      <dgm:prSet presAssocID="{F40A7221-A3EC-44F6-A690-457EA4B4FDAC}" presName="childText" presStyleLbl="revTx" presStyleIdx="0" presStyleCnt="1">
        <dgm:presLayoutVars>
          <dgm:bulletEnabled val="1"/>
        </dgm:presLayoutVars>
      </dgm:prSet>
      <dgm:spPr/>
    </dgm:pt>
  </dgm:ptLst>
  <dgm:cxnLst>
    <dgm:cxn modelId="{00527B5D-7ED2-4510-A180-53A956C574EA}" srcId="{F40A7221-A3EC-44F6-A690-457EA4B4FDAC}" destId="{E62CB460-3F6D-4854-908B-CB1492D8CEE4}" srcOrd="2" destOrd="0" parTransId="{E7EB89DF-BA5F-4E32-A22F-6F981F35C6BB}" sibTransId="{58C5A753-4731-4C34-87F4-A04674909160}"/>
    <dgm:cxn modelId="{8A3E8642-5C47-4229-B750-D3A8AD47BC9A}" type="presOf" srcId="{2CDBEB35-1EED-4B87-B196-55356EF22724}" destId="{5E99168A-D223-45A6-ABC3-C52DE0388C27}" srcOrd="0" destOrd="0" presId="urn:microsoft.com/office/officeart/2005/8/layout/vList2"/>
    <dgm:cxn modelId="{A2A2386D-2BC8-4B4A-AC06-CDFC0078802B}" srcId="{F40A7221-A3EC-44F6-A690-457EA4B4FDAC}" destId="{F84FB312-D19E-455A-93DF-E76841273F48}" srcOrd="1" destOrd="0" parTransId="{4A8A64A4-6F53-42D8-BBFB-00374AA50084}" sibTransId="{36BBCF7D-7BDE-49AF-A6F6-23D1FA6B55A3}"/>
    <dgm:cxn modelId="{5D7C4D9E-DFA5-48FD-BE90-82ABBE4263BB}" srcId="{22ED4ED4-E646-4810-8212-7C95B2FCB03D}" destId="{F28B4B34-2C0F-4BD5-BDC1-58C6A6D1548F}" srcOrd="0" destOrd="0" parTransId="{1953AE03-3CFC-4772-8EA1-99DE62908E19}" sibTransId="{4CAF5B58-7956-40D9-83F5-1A4F236D9004}"/>
    <dgm:cxn modelId="{F5BCC7A4-5772-4EF2-824F-BFDA8829B219}" srcId="{F40A7221-A3EC-44F6-A690-457EA4B4FDAC}" destId="{2CDBEB35-1EED-4B87-B196-55356EF22724}" srcOrd="0" destOrd="0" parTransId="{4B4EAA65-C3B4-4F4D-A14F-C1E8EC05BC38}" sibTransId="{76B3CC72-9568-4198-B21C-11CA8D55CCA7}"/>
    <dgm:cxn modelId="{64F76EA5-1955-4D83-8E58-FE596C6CB9B9}" srcId="{22ED4ED4-E646-4810-8212-7C95B2FCB03D}" destId="{F40A7221-A3EC-44F6-A690-457EA4B4FDAC}" srcOrd="1" destOrd="0" parTransId="{3DB6ACAB-02DF-4587-9904-4D51C6834910}" sibTransId="{A192A593-2FBF-4F4F-B4EF-91F8F0EF3D51}"/>
    <dgm:cxn modelId="{D1DE16A9-6314-4888-B913-6CC1E3AEA9A2}" type="presOf" srcId="{F28B4B34-2C0F-4BD5-BDC1-58C6A6D1548F}" destId="{7CA41217-565B-4183-ABA6-0315828EFD2C}" srcOrd="0" destOrd="0" presId="urn:microsoft.com/office/officeart/2005/8/layout/vList2"/>
    <dgm:cxn modelId="{0EC7D0D7-CC1F-4F4A-A1B4-C731F3738692}" type="presOf" srcId="{E62CB460-3F6D-4854-908B-CB1492D8CEE4}" destId="{5E99168A-D223-45A6-ABC3-C52DE0388C27}" srcOrd="0" destOrd="2" presId="urn:microsoft.com/office/officeart/2005/8/layout/vList2"/>
    <dgm:cxn modelId="{A29509DC-3318-428F-AC90-F0D48678E1D0}" type="presOf" srcId="{F84FB312-D19E-455A-93DF-E76841273F48}" destId="{5E99168A-D223-45A6-ABC3-C52DE0388C27}" srcOrd="0" destOrd="1" presId="urn:microsoft.com/office/officeart/2005/8/layout/vList2"/>
    <dgm:cxn modelId="{6DD409F2-366B-4651-AA08-1AC15DED8FE2}" type="presOf" srcId="{F40A7221-A3EC-44F6-A690-457EA4B4FDAC}" destId="{72515C4A-D49E-447D-B8D4-338E2140DD34}" srcOrd="0" destOrd="0" presId="urn:microsoft.com/office/officeart/2005/8/layout/vList2"/>
    <dgm:cxn modelId="{0C7BB6FC-4AA6-457E-8B64-C2D88CC37733}" type="presOf" srcId="{22ED4ED4-E646-4810-8212-7C95B2FCB03D}" destId="{A73F97FB-277D-4156-B337-D46E33D0A6FB}" srcOrd="0" destOrd="0" presId="urn:microsoft.com/office/officeart/2005/8/layout/vList2"/>
    <dgm:cxn modelId="{B91D6A98-4BFE-40D7-A6EE-C22B317151CA}" type="presParOf" srcId="{A73F97FB-277D-4156-B337-D46E33D0A6FB}" destId="{7CA41217-565B-4183-ABA6-0315828EFD2C}" srcOrd="0" destOrd="0" presId="urn:microsoft.com/office/officeart/2005/8/layout/vList2"/>
    <dgm:cxn modelId="{D09AF042-2154-4D73-A755-3CCDA8EA4EB2}" type="presParOf" srcId="{A73F97FB-277D-4156-B337-D46E33D0A6FB}" destId="{EEB22EDD-06CB-42CE-8CE8-B045976F35EA}" srcOrd="1" destOrd="0" presId="urn:microsoft.com/office/officeart/2005/8/layout/vList2"/>
    <dgm:cxn modelId="{44B8DB57-61B8-41BA-9229-724BD3FD2472}" type="presParOf" srcId="{A73F97FB-277D-4156-B337-D46E33D0A6FB}" destId="{72515C4A-D49E-447D-B8D4-338E2140DD34}" srcOrd="2" destOrd="0" presId="urn:microsoft.com/office/officeart/2005/8/layout/vList2"/>
    <dgm:cxn modelId="{CCCE67E1-AC3A-414F-A737-8BFC5DCCA796}" type="presParOf" srcId="{A73F97FB-277D-4156-B337-D46E33D0A6FB}" destId="{5E99168A-D223-45A6-ABC3-C52DE0388C27}" srcOrd="3" destOrd="0" presId="urn:microsoft.com/office/officeart/2005/8/layout/vList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4.xml><?xml version="1.0" encoding="utf-8"?>
<dgm:dataModel xmlns:dgm="http://schemas.openxmlformats.org/drawingml/2006/diagram" xmlns:a="http://schemas.openxmlformats.org/drawingml/2006/main">
  <dgm:ptLst>
    <dgm:pt modelId="{DF975143-E568-4EC9-A17C-C1AF71823F67}" type="doc">
      <dgm:prSet loTypeId="urn:microsoft.com/office/officeart/2018/2/layout/IconCircleList" loCatId="icon" qsTypeId="urn:microsoft.com/office/officeart/2005/8/quickstyle/simple1" qsCatId="simple" csTypeId="urn:microsoft.com/office/officeart/2005/8/colors/accent3_2" csCatId="accent3" phldr="1"/>
      <dgm:spPr/>
      <dgm:t>
        <a:bodyPr/>
        <a:lstStyle/>
        <a:p>
          <a:endParaRPr lang="en-US"/>
        </a:p>
      </dgm:t>
    </dgm:pt>
    <dgm:pt modelId="{5FC6D1C7-8B64-4C44-9E07-8D75D532A946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Primary Key – A field (or combination of fields) that uniquely identifies each record in a table. Cannot contain NULL Values.</a:t>
          </a:r>
        </a:p>
      </dgm:t>
    </dgm:pt>
    <dgm:pt modelId="{86964839-7EC9-41BD-A5A6-74FE8255977D}" type="parTrans" cxnId="{936D5585-2C06-4146-AF2F-A4B35F69D22C}">
      <dgm:prSet/>
      <dgm:spPr/>
      <dgm:t>
        <a:bodyPr/>
        <a:lstStyle/>
        <a:p>
          <a:endParaRPr lang="en-US"/>
        </a:p>
      </dgm:t>
    </dgm:pt>
    <dgm:pt modelId="{95A5E732-4BB6-4788-AD45-5F70EB86D773}" type="sibTrans" cxnId="{936D5585-2C06-4146-AF2F-A4B35F69D22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14B7C788-3594-4CCC-ADD1-F142DBE229DD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Foreign Key – A field in one table that links to the Primary Key in another table, creating relationships between tables.</a:t>
          </a:r>
        </a:p>
      </dgm:t>
    </dgm:pt>
    <dgm:pt modelId="{D5B0CF1A-50A2-47FB-8C33-03DB05EAB07B}" type="parTrans" cxnId="{E46E6BB7-9B94-4CBB-A084-5B1E4051F73A}">
      <dgm:prSet/>
      <dgm:spPr/>
      <dgm:t>
        <a:bodyPr/>
        <a:lstStyle/>
        <a:p>
          <a:endParaRPr lang="en-US"/>
        </a:p>
      </dgm:t>
    </dgm:pt>
    <dgm:pt modelId="{D077E30B-C513-4617-9184-B5A201D73E64}" type="sibTrans" cxnId="{E46E6BB7-9B94-4CBB-A084-5B1E4051F73A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CD5BD416-2B67-4497-98B7-93C69552CA00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Candidate Key – A field that can uniquely identify records and could potentially become the Primary Key.</a:t>
          </a:r>
        </a:p>
      </dgm:t>
    </dgm:pt>
    <dgm:pt modelId="{2FC2ED97-9C4E-4358-B14B-42ACBDDD657F}" type="parTrans" cxnId="{0C727557-90E9-48C6-8069-E1BF04BC16BD}">
      <dgm:prSet/>
      <dgm:spPr/>
      <dgm:t>
        <a:bodyPr/>
        <a:lstStyle/>
        <a:p>
          <a:endParaRPr lang="en-US"/>
        </a:p>
      </dgm:t>
    </dgm:pt>
    <dgm:pt modelId="{3734B319-8397-406F-9CA5-0E6EBEA72555}" type="sibTrans" cxnId="{0C727557-90E9-48C6-8069-E1BF04BC16BD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965B2F10-DF81-46C0-9E40-33A758FEAAB4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Surrogate Key – An artificial/system generated key with no business meaning, usually auto-incremented.</a:t>
          </a:r>
        </a:p>
      </dgm:t>
    </dgm:pt>
    <dgm:pt modelId="{96B250F2-CB26-451B-ABD1-9CD28A81DCA3}" type="parTrans" cxnId="{F0B4327D-FA30-4ECB-901F-802714695291}">
      <dgm:prSet/>
      <dgm:spPr/>
      <dgm:t>
        <a:bodyPr/>
        <a:lstStyle/>
        <a:p>
          <a:endParaRPr lang="en-US"/>
        </a:p>
      </dgm:t>
    </dgm:pt>
    <dgm:pt modelId="{1FBF9EDF-F33B-4106-89F6-B8307841DD0D}" type="sibTrans" cxnId="{F0B4327D-FA30-4ECB-901F-802714695291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F3AAF8FB-DF13-4B3B-B4C1-ED150EF817EE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Hub Key – A field which is generated by using hash function over Business key. (Terminology used in Data vault modeling)</a:t>
          </a:r>
        </a:p>
      </dgm:t>
    </dgm:pt>
    <dgm:pt modelId="{9BCCDA07-A342-4D7D-8D2C-DA88683ECEA4}" type="parTrans" cxnId="{ED4837DC-3293-4B53-A8E9-5950D2D88A5C}">
      <dgm:prSet/>
      <dgm:spPr/>
      <dgm:t>
        <a:bodyPr/>
        <a:lstStyle/>
        <a:p>
          <a:endParaRPr lang="en-US"/>
        </a:p>
      </dgm:t>
    </dgm:pt>
    <dgm:pt modelId="{B58AE435-7430-4C55-A817-A6CC93CF0A26}" type="sibTrans" cxnId="{ED4837DC-3293-4B53-A8E9-5950D2D88A5C}">
      <dgm:prSet/>
      <dgm:spPr/>
      <dgm:t>
        <a:bodyPr/>
        <a:lstStyle/>
        <a:p>
          <a:pPr>
            <a:lnSpc>
              <a:spcPct val="100000"/>
            </a:lnSpc>
          </a:pPr>
          <a:endParaRPr lang="en-US"/>
        </a:p>
      </dgm:t>
    </dgm:pt>
    <dgm:pt modelId="{3329EB0E-5648-46FF-9F7E-B40199FCE9EA}">
      <dgm:prSet/>
      <dgm:spPr/>
      <dgm:t>
        <a:bodyPr/>
        <a:lstStyle/>
        <a:p>
          <a:pPr>
            <a:lnSpc>
              <a:spcPct val="100000"/>
            </a:lnSpc>
          </a:pPr>
          <a:r>
            <a:rPr lang="en-US"/>
            <a:t>Hash Key – A field generated using hash function over the source column data. (Generally used to compare in case new record get inserted)</a:t>
          </a:r>
        </a:p>
      </dgm:t>
    </dgm:pt>
    <dgm:pt modelId="{978667A7-1CF2-4561-B056-E1DA9F151E8E}" type="parTrans" cxnId="{4630F8E8-C01E-4706-9300-B50D8AD4EF6A}">
      <dgm:prSet/>
      <dgm:spPr/>
      <dgm:t>
        <a:bodyPr/>
        <a:lstStyle/>
        <a:p>
          <a:endParaRPr lang="en-US"/>
        </a:p>
      </dgm:t>
    </dgm:pt>
    <dgm:pt modelId="{A2059DFF-36D7-4515-A3C9-4998113C1334}" type="sibTrans" cxnId="{4630F8E8-C01E-4706-9300-B50D8AD4EF6A}">
      <dgm:prSet/>
      <dgm:spPr/>
      <dgm:t>
        <a:bodyPr/>
        <a:lstStyle/>
        <a:p>
          <a:endParaRPr lang="en-US"/>
        </a:p>
      </dgm:t>
    </dgm:pt>
    <dgm:pt modelId="{34B15339-EEBB-4E43-BE9B-3F78DE42B7B9}" type="pres">
      <dgm:prSet presAssocID="{DF975143-E568-4EC9-A17C-C1AF71823F67}" presName="root" presStyleCnt="0">
        <dgm:presLayoutVars>
          <dgm:dir/>
          <dgm:resizeHandles val="exact"/>
        </dgm:presLayoutVars>
      </dgm:prSet>
      <dgm:spPr/>
    </dgm:pt>
    <dgm:pt modelId="{DBA56427-469C-4021-95D7-041109B5262B}" type="pres">
      <dgm:prSet presAssocID="{DF975143-E568-4EC9-A17C-C1AF71823F67}" presName="container" presStyleCnt="0">
        <dgm:presLayoutVars>
          <dgm:dir/>
          <dgm:resizeHandles val="exact"/>
        </dgm:presLayoutVars>
      </dgm:prSet>
      <dgm:spPr/>
    </dgm:pt>
    <dgm:pt modelId="{1A6F60A9-B5A1-43F8-B9E7-73CDA93868E3}" type="pres">
      <dgm:prSet presAssocID="{5FC6D1C7-8B64-4C44-9E07-8D75D532A946}" presName="compNode" presStyleCnt="0"/>
      <dgm:spPr/>
    </dgm:pt>
    <dgm:pt modelId="{26220684-693E-4664-A4B3-6FA456A7D2A0}" type="pres">
      <dgm:prSet presAssocID="{5FC6D1C7-8B64-4C44-9E07-8D75D532A946}" presName="iconBgRect" presStyleLbl="bgShp" presStyleIdx="0" presStyleCnt="6"/>
      <dgm:spPr/>
    </dgm:pt>
    <dgm:pt modelId="{2B385B72-71FB-4B9C-B49E-3234ACD96D1B}" type="pres">
      <dgm:prSet presAssocID="{5FC6D1C7-8B64-4C44-9E07-8D75D532A946}" presName="iconRect" presStyleLbl="node1" presStyleIdx="0" presStyleCnt="6"/>
      <dgm:spPr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Table"/>
        </a:ext>
      </dgm:extLst>
    </dgm:pt>
    <dgm:pt modelId="{5BE6834C-D5EF-428E-9FB1-4AEA797C4EB1}" type="pres">
      <dgm:prSet presAssocID="{5FC6D1C7-8B64-4C44-9E07-8D75D532A946}" presName="spaceRect" presStyleCnt="0"/>
      <dgm:spPr/>
    </dgm:pt>
    <dgm:pt modelId="{D72960D2-4D17-48AA-85A0-44FCABE2F50E}" type="pres">
      <dgm:prSet presAssocID="{5FC6D1C7-8B64-4C44-9E07-8D75D532A946}" presName="textRect" presStyleLbl="revTx" presStyleIdx="0" presStyleCnt="6">
        <dgm:presLayoutVars>
          <dgm:chMax val="1"/>
          <dgm:chPref val="1"/>
        </dgm:presLayoutVars>
      </dgm:prSet>
      <dgm:spPr/>
    </dgm:pt>
    <dgm:pt modelId="{FBF58F5B-6624-4252-B393-07DC43944219}" type="pres">
      <dgm:prSet presAssocID="{95A5E732-4BB6-4788-AD45-5F70EB86D773}" presName="sibTrans" presStyleLbl="sibTrans2D1" presStyleIdx="0" presStyleCnt="0"/>
      <dgm:spPr/>
    </dgm:pt>
    <dgm:pt modelId="{E98746F9-03D0-465C-9A76-4D5993B78BDC}" type="pres">
      <dgm:prSet presAssocID="{14B7C788-3594-4CCC-ADD1-F142DBE229DD}" presName="compNode" presStyleCnt="0"/>
      <dgm:spPr/>
    </dgm:pt>
    <dgm:pt modelId="{370B3BBD-93C0-4619-8E3A-95E56D95A7EB}" type="pres">
      <dgm:prSet presAssocID="{14B7C788-3594-4CCC-ADD1-F142DBE229DD}" presName="iconBgRect" presStyleLbl="bgShp" presStyleIdx="1" presStyleCnt="6"/>
      <dgm:spPr/>
    </dgm:pt>
    <dgm:pt modelId="{DAD0B408-C1A6-49BB-A6E6-F4343AB685E7}" type="pres">
      <dgm:prSet presAssocID="{14B7C788-3594-4CCC-ADD1-F142DBE229DD}" presName="iconRect" presStyleLbl="node1" presStyleIdx="1" presStyleCnt="6"/>
      <dgm:spPr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ink"/>
        </a:ext>
      </dgm:extLst>
    </dgm:pt>
    <dgm:pt modelId="{893FA5D1-C535-4E6C-A4F0-1FF9488267FE}" type="pres">
      <dgm:prSet presAssocID="{14B7C788-3594-4CCC-ADD1-F142DBE229DD}" presName="spaceRect" presStyleCnt="0"/>
      <dgm:spPr/>
    </dgm:pt>
    <dgm:pt modelId="{2B436CA4-68F7-4C09-BE01-B768F73A0B8A}" type="pres">
      <dgm:prSet presAssocID="{14B7C788-3594-4CCC-ADD1-F142DBE229DD}" presName="textRect" presStyleLbl="revTx" presStyleIdx="1" presStyleCnt="6">
        <dgm:presLayoutVars>
          <dgm:chMax val="1"/>
          <dgm:chPref val="1"/>
        </dgm:presLayoutVars>
      </dgm:prSet>
      <dgm:spPr/>
    </dgm:pt>
    <dgm:pt modelId="{E8ED1BD2-AF29-406C-BEA0-8EAAD378EF98}" type="pres">
      <dgm:prSet presAssocID="{D077E30B-C513-4617-9184-B5A201D73E64}" presName="sibTrans" presStyleLbl="sibTrans2D1" presStyleIdx="0" presStyleCnt="0"/>
      <dgm:spPr/>
    </dgm:pt>
    <dgm:pt modelId="{15C9188C-2BF2-4CC9-8CD4-BA04DE459864}" type="pres">
      <dgm:prSet presAssocID="{CD5BD416-2B67-4497-98B7-93C69552CA00}" presName="compNode" presStyleCnt="0"/>
      <dgm:spPr/>
    </dgm:pt>
    <dgm:pt modelId="{551C2F7A-3A63-4241-A87D-083D3EC3A591}" type="pres">
      <dgm:prSet presAssocID="{CD5BD416-2B67-4497-98B7-93C69552CA00}" presName="iconBgRect" presStyleLbl="bgShp" presStyleIdx="2" presStyleCnt="6"/>
      <dgm:spPr/>
    </dgm:pt>
    <dgm:pt modelId="{C640C98F-3384-44AC-9DF3-7B3FA4FC1495}" type="pres">
      <dgm:prSet presAssocID="{CD5BD416-2B67-4497-98B7-93C69552CA00}" presName="iconRect" presStyleLbl="node1" presStyleIdx="2" presStyleCnt="6"/>
      <dgm:spPr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Key"/>
        </a:ext>
      </dgm:extLst>
    </dgm:pt>
    <dgm:pt modelId="{03FB5C2D-9A60-47D2-A036-A3B15609AEB1}" type="pres">
      <dgm:prSet presAssocID="{CD5BD416-2B67-4497-98B7-93C69552CA00}" presName="spaceRect" presStyleCnt="0"/>
      <dgm:spPr/>
    </dgm:pt>
    <dgm:pt modelId="{1B6FFE17-0764-4936-89C9-818DF29F7C3A}" type="pres">
      <dgm:prSet presAssocID="{CD5BD416-2B67-4497-98B7-93C69552CA00}" presName="textRect" presStyleLbl="revTx" presStyleIdx="2" presStyleCnt="6">
        <dgm:presLayoutVars>
          <dgm:chMax val="1"/>
          <dgm:chPref val="1"/>
        </dgm:presLayoutVars>
      </dgm:prSet>
      <dgm:spPr/>
    </dgm:pt>
    <dgm:pt modelId="{CAC7F12F-11CA-4B88-9F95-B1298D97B28A}" type="pres">
      <dgm:prSet presAssocID="{3734B319-8397-406F-9CA5-0E6EBEA72555}" presName="sibTrans" presStyleLbl="sibTrans2D1" presStyleIdx="0" presStyleCnt="0"/>
      <dgm:spPr/>
    </dgm:pt>
    <dgm:pt modelId="{B6BC4C51-6C7E-4A22-B384-6167DBADEE6E}" type="pres">
      <dgm:prSet presAssocID="{965B2F10-DF81-46C0-9E40-33A758FEAAB4}" presName="compNode" presStyleCnt="0"/>
      <dgm:spPr/>
    </dgm:pt>
    <dgm:pt modelId="{56598E61-B3CD-43CB-B8A1-4F4B8495C565}" type="pres">
      <dgm:prSet presAssocID="{965B2F10-DF81-46C0-9E40-33A758FEAAB4}" presName="iconBgRect" presStyleLbl="bgShp" presStyleIdx="3" presStyleCnt="6"/>
      <dgm:spPr/>
    </dgm:pt>
    <dgm:pt modelId="{FCBC5E5D-D442-4EA3-91CC-0F5E9126C753}" type="pres">
      <dgm:prSet presAssocID="{965B2F10-DF81-46C0-9E40-33A758FEAAB4}" presName="iconRect" presStyleLbl="node1" presStyleIdx="3" presStyleCnt="6"/>
      <dgm:spPr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Processor"/>
        </a:ext>
      </dgm:extLst>
    </dgm:pt>
    <dgm:pt modelId="{5E61F5D3-1051-4D1A-A6FB-F0A95F57401D}" type="pres">
      <dgm:prSet presAssocID="{965B2F10-DF81-46C0-9E40-33A758FEAAB4}" presName="spaceRect" presStyleCnt="0"/>
      <dgm:spPr/>
    </dgm:pt>
    <dgm:pt modelId="{8D613A4F-E9B1-4A28-B22C-BFCC642C6491}" type="pres">
      <dgm:prSet presAssocID="{965B2F10-DF81-46C0-9E40-33A758FEAAB4}" presName="textRect" presStyleLbl="revTx" presStyleIdx="3" presStyleCnt="6">
        <dgm:presLayoutVars>
          <dgm:chMax val="1"/>
          <dgm:chPref val="1"/>
        </dgm:presLayoutVars>
      </dgm:prSet>
      <dgm:spPr/>
    </dgm:pt>
    <dgm:pt modelId="{39E9D55C-31A7-4146-981A-0F564720A642}" type="pres">
      <dgm:prSet presAssocID="{1FBF9EDF-F33B-4106-89F6-B8307841DD0D}" presName="sibTrans" presStyleLbl="sibTrans2D1" presStyleIdx="0" presStyleCnt="0"/>
      <dgm:spPr/>
    </dgm:pt>
    <dgm:pt modelId="{2AD6A8E9-EBAC-45A1-B698-738DDCE15D4E}" type="pres">
      <dgm:prSet presAssocID="{F3AAF8FB-DF13-4B3B-B4C1-ED150EF817EE}" presName="compNode" presStyleCnt="0"/>
      <dgm:spPr/>
    </dgm:pt>
    <dgm:pt modelId="{5DDE2F2E-7C79-4DFB-B777-179A932B72E6}" type="pres">
      <dgm:prSet presAssocID="{F3AAF8FB-DF13-4B3B-B4C1-ED150EF817EE}" presName="iconBgRect" presStyleLbl="bgShp" presStyleIdx="4" presStyleCnt="6"/>
      <dgm:spPr/>
    </dgm:pt>
    <dgm:pt modelId="{069FCEE3-BA86-457A-8C0F-BDB3ADBD0CB2}" type="pres">
      <dgm:prSet presAssocID="{F3AAF8FB-DF13-4B3B-B4C1-ED150EF817EE}" presName="iconRect" presStyleLbl="node1" presStyleIdx="4" presStyleCnt="6"/>
      <dgm:spPr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Lock"/>
        </a:ext>
      </dgm:extLst>
    </dgm:pt>
    <dgm:pt modelId="{DAEAF06D-6DCD-4699-B355-28E2DB3F2D0E}" type="pres">
      <dgm:prSet presAssocID="{F3AAF8FB-DF13-4B3B-B4C1-ED150EF817EE}" presName="spaceRect" presStyleCnt="0"/>
      <dgm:spPr/>
    </dgm:pt>
    <dgm:pt modelId="{31023E18-C741-4F00-BCBA-5D55791B5FB5}" type="pres">
      <dgm:prSet presAssocID="{F3AAF8FB-DF13-4B3B-B4C1-ED150EF817EE}" presName="textRect" presStyleLbl="revTx" presStyleIdx="4" presStyleCnt="6">
        <dgm:presLayoutVars>
          <dgm:chMax val="1"/>
          <dgm:chPref val="1"/>
        </dgm:presLayoutVars>
      </dgm:prSet>
      <dgm:spPr/>
    </dgm:pt>
    <dgm:pt modelId="{60396550-4CB3-47B9-B73E-B2E088D5DFD5}" type="pres">
      <dgm:prSet presAssocID="{B58AE435-7430-4C55-A817-A6CC93CF0A26}" presName="sibTrans" presStyleLbl="sibTrans2D1" presStyleIdx="0" presStyleCnt="0"/>
      <dgm:spPr/>
    </dgm:pt>
    <dgm:pt modelId="{1DB914A6-5745-421D-A943-306B80C477FE}" type="pres">
      <dgm:prSet presAssocID="{3329EB0E-5648-46FF-9F7E-B40199FCE9EA}" presName="compNode" presStyleCnt="0"/>
      <dgm:spPr/>
    </dgm:pt>
    <dgm:pt modelId="{9F189EB8-5715-4368-A43D-5F0A19686D64}" type="pres">
      <dgm:prSet presAssocID="{3329EB0E-5648-46FF-9F7E-B40199FCE9EA}" presName="iconBgRect" presStyleLbl="bgShp" presStyleIdx="5" presStyleCnt="6"/>
      <dgm:spPr/>
    </dgm:pt>
    <dgm:pt modelId="{D764A2FF-9C82-43E8-8405-1B8E43FABF87}" type="pres">
      <dgm:prSet presAssocID="{3329EB0E-5648-46FF-9F7E-B40199FCE9EA}" presName="iconRect" presStyleLbl="node1" presStyleIdx="5" presStyleCnt="6"/>
      <dgm:spPr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>
          <a:noFill/>
        </a:ln>
      </dgm:spPr>
      <dgm:extLst>
        <a:ext uri="{E40237B7-FDA0-4F09-8148-C483321AD2D9}">
          <dgm14:cNvPr xmlns:dgm14="http://schemas.microsoft.com/office/drawing/2010/diagram" id="0" name="" descr="Shredder"/>
        </a:ext>
      </dgm:extLst>
    </dgm:pt>
    <dgm:pt modelId="{35F1E17D-E7BF-4695-B66F-D3C6E7A56B15}" type="pres">
      <dgm:prSet presAssocID="{3329EB0E-5648-46FF-9F7E-B40199FCE9EA}" presName="spaceRect" presStyleCnt="0"/>
      <dgm:spPr/>
    </dgm:pt>
    <dgm:pt modelId="{850D561E-817D-4D27-B937-DD12E8C4C0E7}" type="pres">
      <dgm:prSet presAssocID="{3329EB0E-5648-46FF-9F7E-B40199FCE9EA}" presName="textRect" presStyleLbl="revTx" presStyleIdx="5" presStyleCnt="6">
        <dgm:presLayoutVars>
          <dgm:chMax val="1"/>
          <dgm:chPref val="1"/>
        </dgm:presLayoutVars>
      </dgm:prSet>
      <dgm:spPr/>
    </dgm:pt>
  </dgm:ptLst>
  <dgm:cxnLst>
    <dgm:cxn modelId="{3E2D500E-308C-48A4-9BD7-1F4D21687F2B}" type="presOf" srcId="{3734B319-8397-406F-9CA5-0E6EBEA72555}" destId="{CAC7F12F-11CA-4B88-9F95-B1298D97B28A}" srcOrd="0" destOrd="0" presId="urn:microsoft.com/office/officeart/2018/2/layout/IconCircleList"/>
    <dgm:cxn modelId="{A4EE6829-9CB1-4D91-88CE-72FC15B01E3B}" type="presOf" srcId="{CD5BD416-2B67-4497-98B7-93C69552CA00}" destId="{1B6FFE17-0764-4936-89C9-818DF29F7C3A}" srcOrd="0" destOrd="0" presId="urn:microsoft.com/office/officeart/2018/2/layout/IconCircleList"/>
    <dgm:cxn modelId="{BABDFC29-94CD-4BE2-9285-8C18B42757F4}" type="presOf" srcId="{95A5E732-4BB6-4788-AD45-5F70EB86D773}" destId="{FBF58F5B-6624-4252-B393-07DC43944219}" srcOrd="0" destOrd="0" presId="urn:microsoft.com/office/officeart/2018/2/layout/IconCircleList"/>
    <dgm:cxn modelId="{D9E18F41-87B4-4EC2-8963-79E5FCC91620}" type="presOf" srcId="{F3AAF8FB-DF13-4B3B-B4C1-ED150EF817EE}" destId="{31023E18-C741-4F00-BCBA-5D55791B5FB5}" srcOrd="0" destOrd="0" presId="urn:microsoft.com/office/officeart/2018/2/layout/IconCircleList"/>
    <dgm:cxn modelId="{0C727557-90E9-48C6-8069-E1BF04BC16BD}" srcId="{DF975143-E568-4EC9-A17C-C1AF71823F67}" destId="{CD5BD416-2B67-4497-98B7-93C69552CA00}" srcOrd="2" destOrd="0" parTransId="{2FC2ED97-9C4E-4358-B14B-42ACBDDD657F}" sibTransId="{3734B319-8397-406F-9CA5-0E6EBEA72555}"/>
    <dgm:cxn modelId="{F0B4327D-FA30-4ECB-901F-802714695291}" srcId="{DF975143-E568-4EC9-A17C-C1AF71823F67}" destId="{965B2F10-DF81-46C0-9E40-33A758FEAAB4}" srcOrd="3" destOrd="0" parTransId="{96B250F2-CB26-451B-ABD1-9CD28A81DCA3}" sibTransId="{1FBF9EDF-F33B-4106-89F6-B8307841DD0D}"/>
    <dgm:cxn modelId="{E54AB97D-BF9B-4E58-9BC4-7BAE143E4F78}" type="presOf" srcId="{3329EB0E-5648-46FF-9F7E-B40199FCE9EA}" destId="{850D561E-817D-4D27-B937-DD12E8C4C0E7}" srcOrd="0" destOrd="0" presId="urn:microsoft.com/office/officeart/2018/2/layout/IconCircleList"/>
    <dgm:cxn modelId="{396D0684-4381-46E4-B8A3-FA52724C42EE}" type="presOf" srcId="{14B7C788-3594-4CCC-ADD1-F142DBE229DD}" destId="{2B436CA4-68F7-4C09-BE01-B768F73A0B8A}" srcOrd="0" destOrd="0" presId="urn:microsoft.com/office/officeart/2018/2/layout/IconCircleList"/>
    <dgm:cxn modelId="{EA5F5D85-5FFA-4AA6-82DD-BF80C5EF0BAE}" type="presOf" srcId="{965B2F10-DF81-46C0-9E40-33A758FEAAB4}" destId="{8D613A4F-E9B1-4A28-B22C-BFCC642C6491}" srcOrd="0" destOrd="0" presId="urn:microsoft.com/office/officeart/2018/2/layout/IconCircleList"/>
    <dgm:cxn modelId="{936D5585-2C06-4146-AF2F-A4B35F69D22C}" srcId="{DF975143-E568-4EC9-A17C-C1AF71823F67}" destId="{5FC6D1C7-8B64-4C44-9E07-8D75D532A946}" srcOrd="0" destOrd="0" parTransId="{86964839-7EC9-41BD-A5A6-74FE8255977D}" sibTransId="{95A5E732-4BB6-4788-AD45-5F70EB86D773}"/>
    <dgm:cxn modelId="{2834018D-68BC-42D2-89C6-077ABCE8062D}" type="presOf" srcId="{5FC6D1C7-8B64-4C44-9E07-8D75D532A946}" destId="{D72960D2-4D17-48AA-85A0-44FCABE2F50E}" srcOrd="0" destOrd="0" presId="urn:microsoft.com/office/officeart/2018/2/layout/IconCircleList"/>
    <dgm:cxn modelId="{7BAF2499-4FC4-429F-AE4E-C87A4F3EC43A}" type="presOf" srcId="{B58AE435-7430-4C55-A817-A6CC93CF0A26}" destId="{60396550-4CB3-47B9-B73E-B2E088D5DFD5}" srcOrd="0" destOrd="0" presId="urn:microsoft.com/office/officeart/2018/2/layout/IconCircleList"/>
    <dgm:cxn modelId="{BCD2D4AB-79E2-4E43-B82B-50E38473EFC1}" type="presOf" srcId="{DF975143-E568-4EC9-A17C-C1AF71823F67}" destId="{34B15339-EEBB-4E43-BE9B-3F78DE42B7B9}" srcOrd="0" destOrd="0" presId="urn:microsoft.com/office/officeart/2018/2/layout/IconCircleList"/>
    <dgm:cxn modelId="{E46E6BB7-9B94-4CBB-A084-5B1E4051F73A}" srcId="{DF975143-E568-4EC9-A17C-C1AF71823F67}" destId="{14B7C788-3594-4CCC-ADD1-F142DBE229DD}" srcOrd="1" destOrd="0" parTransId="{D5B0CF1A-50A2-47FB-8C33-03DB05EAB07B}" sibTransId="{D077E30B-C513-4617-9184-B5A201D73E64}"/>
    <dgm:cxn modelId="{ED4837DC-3293-4B53-A8E9-5950D2D88A5C}" srcId="{DF975143-E568-4EC9-A17C-C1AF71823F67}" destId="{F3AAF8FB-DF13-4B3B-B4C1-ED150EF817EE}" srcOrd="4" destOrd="0" parTransId="{9BCCDA07-A342-4D7D-8D2C-DA88683ECEA4}" sibTransId="{B58AE435-7430-4C55-A817-A6CC93CF0A26}"/>
    <dgm:cxn modelId="{628A37DE-7E9A-41DF-9641-6772F3CC6534}" type="presOf" srcId="{1FBF9EDF-F33B-4106-89F6-B8307841DD0D}" destId="{39E9D55C-31A7-4146-981A-0F564720A642}" srcOrd="0" destOrd="0" presId="urn:microsoft.com/office/officeart/2018/2/layout/IconCircleList"/>
    <dgm:cxn modelId="{4630F8E8-C01E-4706-9300-B50D8AD4EF6A}" srcId="{DF975143-E568-4EC9-A17C-C1AF71823F67}" destId="{3329EB0E-5648-46FF-9F7E-B40199FCE9EA}" srcOrd="5" destOrd="0" parTransId="{978667A7-1CF2-4561-B056-E1DA9F151E8E}" sibTransId="{A2059DFF-36D7-4515-A3C9-4998113C1334}"/>
    <dgm:cxn modelId="{DD0645FB-F3E8-40AB-8033-05D148E5F894}" type="presOf" srcId="{D077E30B-C513-4617-9184-B5A201D73E64}" destId="{E8ED1BD2-AF29-406C-BEA0-8EAAD378EF98}" srcOrd="0" destOrd="0" presId="urn:microsoft.com/office/officeart/2018/2/layout/IconCircleList"/>
    <dgm:cxn modelId="{C9C95312-34F3-4A3C-84E5-E83D163DF662}" type="presParOf" srcId="{34B15339-EEBB-4E43-BE9B-3F78DE42B7B9}" destId="{DBA56427-469C-4021-95D7-041109B5262B}" srcOrd="0" destOrd="0" presId="urn:microsoft.com/office/officeart/2018/2/layout/IconCircleList"/>
    <dgm:cxn modelId="{1C521C20-AF0D-45B3-B6EE-9FEAEC980906}" type="presParOf" srcId="{DBA56427-469C-4021-95D7-041109B5262B}" destId="{1A6F60A9-B5A1-43F8-B9E7-73CDA93868E3}" srcOrd="0" destOrd="0" presId="urn:microsoft.com/office/officeart/2018/2/layout/IconCircleList"/>
    <dgm:cxn modelId="{EF6CC1BF-C513-4BA6-B834-87ECD63F68F6}" type="presParOf" srcId="{1A6F60A9-B5A1-43F8-B9E7-73CDA93868E3}" destId="{26220684-693E-4664-A4B3-6FA456A7D2A0}" srcOrd="0" destOrd="0" presId="urn:microsoft.com/office/officeart/2018/2/layout/IconCircleList"/>
    <dgm:cxn modelId="{C11CFF0C-4CAB-4483-9127-A8AB67F7CBC0}" type="presParOf" srcId="{1A6F60A9-B5A1-43F8-B9E7-73CDA93868E3}" destId="{2B385B72-71FB-4B9C-B49E-3234ACD96D1B}" srcOrd="1" destOrd="0" presId="urn:microsoft.com/office/officeart/2018/2/layout/IconCircleList"/>
    <dgm:cxn modelId="{F1E98EB0-BE5B-41F5-BEE8-AD17519CE15E}" type="presParOf" srcId="{1A6F60A9-B5A1-43F8-B9E7-73CDA93868E3}" destId="{5BE6834C-D5EF-428E-9FB1-4AEA797C4EB1}" srcOrd="2" destOrd="0" presId="urn:microsoft.com/office/officeart/2018/2/layout/IconCircleList"/>
    <dgm:cxn modelId="{3CB39827-9627-4F8F-9205-651E66669344}" type="presParOf" srcId="{1A6F60A9-B5A1-43F8-B9E7-73CDA93868E3}" destId="{D72960D2-4D17-48AA-85A0-44FCABE2F50E}" srcOrd="3" destOrd="0" presId="urn:microsoft.com/office/officeart/2018/2/layout/IconCircleList"/>
    <dgm:cxn modelId="{67FBEB9D-A426-401B-AB24-243B51AC81A9}" type="presParOf" srcId="{DBA56427-469C-4021-95D7-041109B5262B}" destId="{FBF58F5B-6624-4252-B393-07DC43944219}" srcOrd="1" destOrd="0" presId="urn:microsoft.com/office/officeart/2018/2/layout/IconCircleList"/>
    <dgm:cxn modelId="{076CFF4F-BF30-48B4-9E67-B194BAC47426}" type="presParOf" srcId="{DBA56427-469C-4021-95D7-041109B5262B}" destId="{E98746F9-03D0-465C-9A76-4D5993B78BDC}" srcOrd="2" destOrd="0" presId="urn:microsoft.com/office/officeart/2018/2/layout/IconCircleList"/>
    <dgm:cxn modelId="{B745F352-426D-4326-A572-6532968968AB}" type="presParOf" srcId="{E98746F9-03D0-465C-9A76-4D5993B78BDC}" destId="{370B3BBD-93C0-4619-8E3A-95E56D95A7EB}" srcOrd="0" destOrd="0" presId="urn:microsoft.com/office/officeart/2018/2/layout/IconCircleList"/>
    <dgm:cxn modelId="{CC194B5F-1407-4BAA-8B6A-2C83D291FD22}" type="presParOf" srcId="{E98746F9-03D0-465C-9A76-4D5993B78BDC}" destId="{DAD0B408-C1A6-49BB-A6E6-F4343AB685E7}" srcOrd="1" destOrd="0" presId="urn:microsoft.com/office/officeart/2018/2/layout/IconCircleList"/>
    <dgm:cxn modelId="{3CA49EC0-05E6-43DE-8681-D7318CC48037}" type="presParOf" srcId="{E98746F9-03D0-465C-9A76-4D5993B78BDC}" destId="{893FA5D1-C535-4E6C-A4F0-1FF9488267FE}" srcOrd="2" destOrd="0" presId="urn:microsoft.com/office/officeart/2018/2/layout/IconCircleList"/>
    <dgm:cxn modelId="{78E30383-B89F-4F2D-8BCB-ADC06FDDEB82}" type="presParOf" srcId="{E98746F9-03D0-465C-9A76-4D5993B78BDC}" destId="{2B436CA4-68F7-4C09-BE01-B768F73A0B8A}" srcOrd="3" destOrd="0" presId="urn:microsoft.com/office/officeart/2018/2/layout/IconCircleList"/>
    <dgm:cxn modelId="{B998AE73-C20A-4BEB-A03B-270DE793081E}" type="presParOf" srcId="{DBA56427-469C-4021-95D7-041109B5262B}" destId="{E8ED1BD2-AF29-406C-BEA0-8EAAD378EF98}" srcOrd="3" destOrd="0" presId="urn:microsoft.com/office/officeart/2018/2/layout/IconCircleList"/>
    <dgm:cxn modelId="{2FC2259B-8315-4B23-B5D0-CB6AC6DE752D}" type="presParOf" srcId="{DBA56427-469C-4021-95D7-041109B5262B}" destId="{15C9188C-2BF2-4CC9-8CD4-BA04DE459864}" srcOrd="4" destOrd="0" presId="urn:microsoft.com/office/officeart/2018/2/layout/IconCircleList"/>
    <dgm:cxn modelId="{1DB2F4FF-1B17-494A-B78A-504979B820FB}" type="presParOf" srcId="{15C9188C-2BF2-4CC9-8CD4-BA04DE459864}" destId="{551C2F7A-3A63-4241-A87D-083D3EC3A591}" srcOrd="0" destOrd="0" presId="urn:microsoft.com/office/officeart/2018/2/layout/IconCircleList"/>
    <dgm:cxn modelId="{4C0772B8-AB35-43B1-B5FF-82E8A388387E}" type="presParOf" srcId="{15C9188C-2BF2-4CC9-8CD4-BA04DE459864}" destId="{C640C98F-3384-44AC-9DF3-7B3FA4FC1495}" srcOrd="1" destOrd="0" presId="urn:microsoft.com/office/officeart/2018/2/layout/IconCircleList"/>
    <dgm:cxn modelId="{F9D2D799-923F-4A38-A030-44F58A75598D}" type="presParOf" srcId="{15C9188C-2BF2-4CC9-8CD4-BA04DE459864}" destId="{03FB5C2D-9A60-47D2-A036-A3B15609AEB1}" srcOrd="2" destOrd="0" presId="urn:microsoft.com/office/officeart/2018/2/layout/IconCircleList"/>
    <dgm:cxn modelId="{124E8492-36E0-4AF2-8A4B-04913CA37171}" type="presParOf" srcId="{15C9188C-2BF2-4CC9-8CD4-BA04DE459864}" destId="{1B6FFE17-0764-4936-89C9-818DF29F7C3A}" srcOrd="3" destOrd="0" presId="urn:microsoft.com/office/officeart/2018/2/layout/IconCircleList"/>
    <dgm:cxn modelId="{2D8C1EF3-9F78-443B-BC1D-1293F0E585D9}" type="presParOf" srcId="{DBA56427-469C-4021-95D7-041109B5262B}" destId="{CAC7F12F-11CA-4B88-9F95-B1298D97B28A}" srcOrd="5" destOrd="0" presId="urn:microsoft.com/office/officeart/2018/2/layout/IconCircleList"/>
    <dgm:cxn modelId="{E7B77D5E-A8A7-4352-B1E5-844E3403B8F5}" type="presParOf" srcId="{DBA56427-469C-4021-95D7-041109B5262B}" destId="{B6BC4C51-6C7E-4A22-B384-6167DBADEE6E}" srcOrd="6" destOrd="0" presId="urn:microsoft.com/office/officeart/2018/2/layout/IconCircleList"/>
    <dgm:cxn modelId="{5360EAEE-4BD8-49C7-917F-42E818E1ED28}" type="presParOf" srcId="{B6BC4C51-6C7E-4A22-B384-6167DBADEE6E}" destId="{56598E61-B3CD-43CB-B8A1-4F4B8495C565}" srcOrd="0" destOrd="0" presId="urn:microsoft.com/office/officeart/2018/2/layout/IconCircleList"/>
    <dgm:cxn modelId="{0070E63F-9E3F-48E6-BC8C-4B15B492C719}" type="presParOf" srcId="{B6BC4C51-6C7E-4A22-B384-6167DBADEE6E}" destId="{FCBC5E5D-D442-4EA3-91CC-0F5E9126C753}" srcOrd="1" destOrd="0" presId="urn:microsoft.com/office/officeart/2018/2/layout/IconCircleList"/>
    <dgm:cxn modelId="{59FDB7C2-0B22-4516-8459-1A3AEA90A18E}" type="presParOf" srcId="{B6BC4C51-6C7E-4A22-B384-6167DBADEE6E}" destId="{5E61F5D3-1051-4D1A-A6FB-F0A95F57401D}" srcOrd="2" destOrd="0" presId="urn:microsoft.com/office/officeart/2018/2/layout/IconCircleList"/>
    <dgm:cxn modelId="{5DFB89D5-0D50-49F5-8D34-7BADDA55342B}" type="presParOf" srcId="{B6BC4C51-6C7E-4A22-B384-6167DBADEE6E}" destId="{8D613A4F-E9B1-4A28-B22C-BFCC642C6491}" srcOrd="3" destOrd="0" presId="urn:microsoft.com/office/officeart/2018/2/layout/IconCircleList"/>
    <dgm:cxn modelId="{67E5AA8D-DC86-470F-A578-8133F8EE9A35}" type="presParOf" srcId="{DBA56427-469C-4021-95D7-041109B5262B}" destId="{39E9D55C-31A7-4146-981A-0F564720A642}" srcOrd="7" destOrd="0" presId="urn:microsoft.com/office/officeart/2018/2/layout/IconCircleList"/>
    <dgm:cxn modelId="{D53A3F1D-5832-48E3-97BC-B4974CCE958D}" type="presParOf" srcId="{DBA56427-469C-4021-95D7-041109B5262B}" destId="{2AD6A8E9-EBAC-45A1-B698-738DDCE15D4E}" srcOrd="8" destOrd="0" presId="urn:microsoft.com/office/officeart/2018/2/layout/IconCircleList"/>
    <dgm:cxn modelId="{C14F719D-850B-4756-BBA7-E79E04BACB59}" type="presParOf" srcId="{2AD6A8E9-EBAC-45A1-B698-738DDCE15D4E}" destId="{5DDE2F2E-7C79-4DFB-B777-179A932B72E6}" srcOrd="0" destOrd="0" presId="urn:microsoft.com/office/officeart/2018/2/layout/IconCircleList"/>
    <dgm:cxn modelId="{7742D3CD-50A4-4F87-ABDA-C44C56B7D76C}" type="presParOf" srcId="{2AD6A8E9-EBAC-45A1-B698-738DDCE15D4E}" destId="{069FCEE3-BA86-457A-8C0F-BDB3ADBD0CB2}" srcOrd="1" destOrd="0" presId="urn:microsoft.com/office/officeart/2018/2/layout/IconCircleList"/>
    <dgm:cxn modelId="{E7EF4BD6-2385-4FB4-A2A9-A0F209650A4D}" type="presParOf" srcId="{2AD6A8E9-EBAC-45A1-B698-738DDCE15D4E}" destId="{DAEAF06D-6DCD-4699-B355-28E2DB3F2D0E}" srcOrd="2" destOrd="0" presId="urn:microsoft.com/office/officeart/2018/2/layout/IconCircleList"/>
    <dgm:cxn modelId="{18B3C15C-CDC8-417D-A5D3-3100A6953878}" type="presParOf" srcId="{2AD6A8E9-EBAC-45A1-B698-738DDCE15D4E}" destId="{31023E18-C741-4F00-BCBA-5D55791B5FB5}" srcOrd="3" destOrd="0" presId="urn:microsoft.com/office/officeart/2018/2/layout/IconCircleList"/>
    <dgm:cxn modelId="{4810AA4A-C302-439C-8168-7FB2D2306AD7}" type="presParOf" srcId="{DBA56427-469C-4021-95D7-041109B5262B}" destId="{60396550-4CB3-47B9-B73E-B2E088D5DFD5}" srcOrd="9" destOrd="0" presId="urn:microsoft.com/office/officeart/2018/2/layout/IconCircleList"/>
    <dgm:cxn modelId="{31CCEA69-3A85-4A13-B0C3-11958AEB1554}" type="presParOf" srcId="{DBA56427-469C-4021-95D7-041109B5262B}" destId="{1DB914A6-5745-421D-A943-306B80C477FE}" srcOrd="10" destOrd="0" presId="urn:microsoft.com/office/officeart/2018/2/layout/IconCircleList"/>
    <dgm:cxn modelId="{D418B10D-BA41-47C3-9906-B71211AD9797}" type="presParOf" srcId="{1DB914A6-5745-421D-A943-306B80C477FE}" destId="{9F189EB8-5715-4368-A43D-5F0A19686D64}" srcOrd="0" destOrd="0" presId="urn:microsoft.com/office/officeart/2018/2/layout/IconCircleList"/>
    <dgm:cxn modelId="{ACCB499B-5F7E-4D4A-BCEA-F3A94A6510DC}" type="presParOf" srcId="{1DB914A6-5745-421D-A943-306B80C477FE}" destId="{D764A2FF-9C82-43E8-8405-1B8E43FABF87}" srcOrd="1" destOrd="0" presId="urn:microsoft.com/office/officeart/2018/2/layout/IconCircleList"/>
    <dgm:cxn modelId="{95F80C73-1912-46D2-808D-2C88929C441A}" type="presParOf" srcId="{1DB914A6-5745-421D-A943-306B80C477FE}" destId="{35F1E17D-E7BF-4695-B66F-D3C6E7A56B15}" srcOrd="2" destOrd="0" presId="urn:microsoft.com/office/officeart/2018/2/layout/IconCircleList"/>
    <dgm:cxn modelId="{E85B4A1C-5ABA-4E52-B891-158BDDD89000}" type="presParOf" srcId="{1DB914A6-5745-421D-A943-306B80C477FE}" destId="{850D561E-817D-4D27-B937-DD12E8C4C0E7}" srcOrd="3" destOrd="0" presId="urn:microsoft.com/office/officeart/2018/2/layout/IconCircleList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07D00A4-E41D-4457-BBF1-AAAFA8D27140}">
      <dsp:nvSpPr>
        <dsp:cNvPr id="0" name=""/>
        <dsp:cNvSpPr/>
      </dsp:nvSpPr>
      <dsp:spPr>
        <a:xfrm>
          <a:off x="0" y="556"/>
          <a:ext cx="10980737" cy="4671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E4C9C06-5404-4D77-BDDC-29D438B21204}">
      <dsp:nvSpPr>
        <dsp:cNvPr id="0" name=""/>
        <dsp:cNvSpPr/>
      </dsp:nvSpPr>
      <dsp:spPr>
        <a:xfrm>
          <a:off x="141300" y="105655"/>
          <a:ext cx="256909" cy="256909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385BFB7-FE3C-42B2-BE20-F8E0F12F8577}">
      <dsp:nvSpPr>
        <dsp:cNvPr id="0" name=""/>
        <dsp:cNvSpPr/>
      </dsp:nvSpPr>
      <dsp:spPr>
        <a:xfrm>
          <a:off x="539510" y="556"/>
          <a:ext cx="10441226" cy="467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436" tIns="49436" rIns="49436" bIns="4943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What is Data modeling? Why is it required?</a:t>
          </a:r>
        </a:p>
      </dsp:txBody>
      <dsp:txXfrm>
        <a:off x="539510" y="556"/>
        <a:ext cx="10441226" cy="467108"/>
      </dsp:txXfrm>
    </dsp:sp>
    <dsp:sp modelId="{0958A8FE-63C2-4BE1-A766-C2FBEC23A627}">
      <dsp:nvSpPr>
        <dsp:cNvPr id="0" name=""/>
        <dsp:cNvSpPr/>
      </dsp:nvSpPr>
      <dsp:spPr>
        <a:xfrm>
          <a:off x="0" y="584442"/>
          <a:ext cx="10980737" cy="4671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31CC8D34-ECDC-4593-9209-C20E50CC2F48}">
      <dsp:nvSpPr>
        <dsp:cNvPr id="0" name=""/>
        <dsp:cNvSpPr/>
      </dsp:nvSpPr>
      <dsp:spPr>
        <a:xfrm>
          <a:off x="141300" y="689541"/>
          <a:ext cx="256909" cy="256909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25542F2-B6D3-4B39-945A-3E22F0A692CB}">
      <dsp:nvSpPr>
        <dsp:cNvPr id="0" name=""/>
        <dsp:cNvSpPr/>
      </dsp:nvSpPr>
      <dsp:spPr>
        <a:xfrm>
          <a:off x="539510" y="584442"/>
          <a:ext cx="10441226" cy="467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436" tIns="49436" rIns="49436" bIns="4943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model Type (CDM,LDM,PDM)</a:t>
          </a:r>
        </a:p>
      </dsp:txBody>
      <dsp:txXfrm>
        <a:off x="539510" y="584442"/>
        <a:ext cx="10441226" cy="467108"/>
      </dsp:txXfrm>
    </dsp:sp>
    <dsp:sp modelId="{2E1EAAD9-A020-47B6-814D-8E3D6C61DA99}">
      <dsp:nvSpPr>
        <dsp:cNvPr id="0" name=""/>
        <dsp:cNvSpPr/>
      </dsp:nvSpPr>
      <dsp:spPr>
        <a:xfrm>
          <a:off x="0" y="1168328"/>
          <a:ext cx="10980737" cy="4671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95FA57F-C9AD-471C-AF02-6B15DE436932}">
      <dsp:nvSpPr>
        <dsp:cNvPr id="0" name=""/>
        <dsp:cNvSpPr/>
      </dsp:nvSpPr>
      <dsp:spPr>
        <a:xfrm>
          <a:off x="141300" y="1273427"/>
          <a:ext cx="256909" cy="256909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E6978745-F735-47C5-A57E-02DB00F36745}">
      <dsp:nvSpPr>
        <dsp:cNvPr id="0" name=""/>
        <dsp:cNvSpPr/>
      </dsp:nvSpPr>
      <dsp:spPr>
        <a:xfrm>
          <a:off x="539510" y="1168328"/>
          <a:ext cx="10441226" cy="467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436" tIns="49436" rIns="49436" bIns="4943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OLTP Vs OLAP System</a:t>
          </a:r>
        </a:p>
      </dsp:txBody>
      <dsp:txXfrm>
        <a:off x="539510" y="1168328"/>
        <a:ext cx="10441226" cy="467108"/>
      </dsp:txXfrm>
    </dsp:sp>
    <dsp:sp modelId="{77615511-A970-47DA-9455-BC075469526B}">
      <dsp:nvSpPr>
        <dsp:cNvPr id="0" name=""/>
        <dsp:cNvSpPr/>
      </dsp:nvSpPr>
      <dsp:spPr>
        <a:xfrm>
          <a:off x="0" y="1752214"/>
          <a:ext cx="10980737" cy="4671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297B50F-14C2-4111-9768-4913B8615AD4}">
      <dsp:nvSpPr>
        <dsp:cNvPr id="0" name=""/>
        <dsp:cNvSpPr/>
      </dsp:nvSpPr>
      <dsp:spPr>
        <a:xfrm>
          <a:off x="141300" y="1857313"/>
          <a:ext cx="256909" cy="256909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3426C76-6C3F-4614-85BD-E23E6A2E141A}">
      <dsp:nvSpPr>
        <dsp:cNvPr id="0" name=""/>
        <dsp:cNvSpPr/>
      </dsp:nvSpPr>
      <dsp:spPr>
        <a:xfrm>
          <a:off x="539510" y="1752214"/>
          <a:ext cx="10441226" cy="467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436" tIns="49436" rIns="49436" bIns="4943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Dimensional modeling</a:t>
          </a:r>
        </a:p>
      </dsp:txBody>
      <dsp:txXfrm>
        <a:off x="539510" y="1752214"/>
        <a:ext cx="10441226" cy="467108"/>
      </dsp:txXfrm>
    </dsp:sp>
    <dsp:sp modelId="{6F30725A-40C1-4773-9628-A8E536B25F0D}">
      <dsp:nvSpPr>
        <dsp:cNvPr id="0" name=""/>
        <dsp:cNvSpPr/>
      </dsp:nvSpPr>
      <dsp:spPr>
        <a:xfrm>
          <a:off x="0" y="2336100"/>
          <a:ext cx="10980737" cy="4671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7D9D7A71-904C-4F64-9BC1-11B19A7760B4}">
      <dsp:nvSpPr>
        <dsp:cNvPr id="0" name=""/>
        <dsp:cNvSpPr/>
      </dsp:nvSpPr>
      <dsp:spPr>
        <a:xfrm>
          <a:off x="141300" y="2441200"/>
          <a:ext cx="256909" cy="256909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BBD9E3E6-AC9F-4B14-B639-465183A935B4}">
      <dsp:nvSpPr>
        <dsp:cNvPr id="0" name=""/>
        <dsp:cNvSpPr/>
      </dsp:nvSpPr>
      <dsp:spPr>
        <a:xfrm>
          <a:off x="539510" y="2336100"/>
          <a:ext cx="10441226" cy="467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436" tIns="49436" rIns="49436" bIns="4943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Star Schema vs Snowflake Schema</a:t>
          </a:r>
        </a:p>
      </dsp:txBody>
      <dsp:txXfrm>
        <a:off x="539510" y="2336100"/>
        <a:ext cx="10441226" cy="467108"/>
      </dsp:txXfrm>
    </dsp:sp>
    <dsp:sp modelId="{F1564246-C28C-4E3B-A0A6-F03F440F8467}">
      <dsp:nvSpPr>
        <dsp:cNvPr id="0" name=""/>
        <dsp:cNvSpPr/>
      </dsp:nvSpPr>
      <dsp:spPr>
        <a:xfrm>
          <a:off x="0" y="2919986"/>
          <a:ext cx="10980737" cy="4671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B96559C0-5B98-4E4B-8564-D440770D7471}">
      <dsp:nvSpPr>
        <dsp:cNvPr id="0" name=""/>
        <dsp:cNvSpPr/>
      </dsp:nvSpPr>
      <dsp:spPr>
        <a:xfrm>
          <a:off x="141300" y="3025086"/>
          <a:ext cx="256909" cy="256909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60DF3EE-4550-425A-97CB-F7E6F46B3AD2}">
      <dsp:nvSpPr>
        <dsp:cNvPr id="0" name=""/>
        <dsp:cNvSpPr/>
      </dsp:nvSpPr>
      <dsp:spPr>
        <a:xfrm>
          <a:off x="539510" y="2919986"/>
          <a:ext cx="10441226" cy="467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436" tIns="49436" rIns="49436" bIns="4943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Data Vault modeling</a:t>
          </a:r>
        </a:p>
      </dsp:txBody>
      <dsp:txXfrm>
        <a:off x="539510" y="2919986"/>
        <a:ext cx="10441226" cy="467108"/>
      </dsp:txXfrm>
    </dsp:sp>
    <dsp:sp modelId="{A7CF14E4-2F73-4B2E-8CAA-F0B87E620BD5}">
      <dsp:nvSpPr>
        <dsp:cNvPr id="0" name=""/>
        <dsp:cNvSpPr/>
      </dsp:nvSpPr>
      <dsp:spPr>
        <a:xfrm>
          <a:off x="0" y="3503872"/>
          <a:ext cx="10980737" cy="4671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1152F129-CC05-4B56-88A2-6BE338BC1921}">
      <dsp:nvSpPr>
        <dsp:cNvPr id="0" name=""/>
        <dsp:cNvSpPr/>
      </dsp:nvSpPr>
      <dsp:spPr>
        <a:xfrm>
          <a:off x="141300" y="3608972"/>
          <a:ext cx="256909" cy="256909"/>
        </a:xfrm>
        <a:prstGeom prst="rect">
          <a:avLst/>
        </a:prstGeom>
        <a:blipFill>
          <a:blip xmlns:r="http://schemas.openxmlformats.org/officeDocument/2006/relationships" r:embed="rId1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902639DC-E517-4DC2-BAE8-FCCC637E5BAA}">
      <dsp:nvSpPr>
        <dsp:cNvPr id="0" name=""/>
        <dsp:cNvSpPr/>
      </dsp:nvSpPr>
      <dsp:spPr>
        <a:xfrm>
          <a:off x="539510" y="3503872"/>
          <a:ext cx="10441226" cy="467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436" tIns="49436" rIns="49436" bIns="4943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Definition of Commonly used Key fields</a:t>
          </a:r>
        </a:p>
      </dsp:txBody>
      <dsp:txXfrm>
        <a:off x="539510" y="3503872"/>
        <a:ext cx="10441226" cy="467108"/>
      </dsp:txXfrm>
    </dsp:sp>
    <dsp:sp modelId="{1B15CAF6-A3F4-4D65-87AA-3B29D131D649}">
      <dsp:nvSpPr>
        <dsp:cNvPr id="0" name=""/>
        <dsp:cNvSpPr/>
      </dsp:nvSpPr>
      <dsp:spPr>
        <a:xfrm>
          <a:off x="0" y="4087759"/>
          <a:ext cx="10980737" cy="467108"/>
        </a:xfrm>
        <a:prstGeom prst="roundRect">
          <a:avLst>
            <a:gd name="adj" fmla="val 10000"/>
          </a:avLst>
        </a:prstGeom>
        <a:solidFill>
          <a:schemeClr val="accent1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50917620-DA6B-4BD2-AEFB-D49E4FBF4EFA}">
      <dsp:nvSpPr>
        <dsp:cNvPr id="0" name=""/>
        <dsp:cNvSpPr/>
      </dsp:nvSpPr>
      <dsp:spPr>
        <a:xfrm>
          <a:off x="141300" y="4192858"/>
          <a:ext cx="256909" cy="256909"/>
        </a:xfrm>
        <a:prstGeom prst="rect">
          <a:avLst/>
        </a:prstGeom>
        <a:blipFill>
          <a:blip xmlns:r="http://schemas.openxmlformats.org/officeDocument/2006/relationships" r:embed="rId1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50E4C55B-16E2-476A-814F-E8C8C652A0A5}">
      <dsp:nvSpPr>
        <dsp:cNvPr id="0" name=""/>
        <dsp:cNvSpPr/>
      </dsp:nvSpPr>
      <dsp:spPr>
        <a:xfrm>
          <a:off x="539510" y="4087759"/>
          <a:ext cx="10441226" cy="467108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49436" tIns="49436" rIns="49436" bIns="49436" numCol="1" spcCol="1270" anchor="ctr" anchorCtr="0">
          <a:noAutofit/>
        </a:bodyPr>
        <a:lstStyle/>
        <a:p>
          <a:pPr marL="0" lvl="0" indent="0" algn="l" defTabSz="7112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600" kern="1200"/>
            <a:t>Overview of Data Architecture</a:t>
          </a:r>
        </a:p>
      </dsp:txBody>
      <dsp:txXfrm>
        <a:off x="539510" y="4087759"/>
        <a:ext cx="10441226" cy="467108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95D599-9250-4027-8C93-E02E727568A4}">
      <dsp:nvSpPr>
        <dsp:cNvPr id="0" name=""/>
        <dsp:cNvSpPr/>
      </dsp:nvSpPr>
      <dsp:spPr>
        <a:xfrm>
          <a:off x="0" y="926304"/>
          <a:ext cx="6798539" cy="1852608"/>
        </a:xfrm>
        <a:prstGeom prst="roundRect">
          <a:avLst>
            <a:gd name="adj" fmla="val 10000"/>
          </a:avLst>
        </a:prstGeom>
        <a:solidFill>
          <a:schemeClr val="accent2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72390" tIns="72390" rIns="72390" bIns="72390" numCol="1" spcCol="1270" anchor="t" anchorCtr="0">
          <a:noAutofit/>
        </a:bodyPr>
        <a:lstStyle/>
        <a:p>
          <a:pPr marL="0" lvl="0" indent="0" algn="l" defTabSz="8445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900" b="1" u="sng" kern="1200" dirty="0"/>
            <a:t>Dimensional Modeling</a:t>
          </a:r>
          <a:endParaRPr lang="en-US" sz="1900" kern="1200" dirty="0"/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This is a OLAP modeling technique, It organize the data for fast querying,reporting and analytics.</a:t>
          </a:r>
        </a:p>
        <a:p>
          <a:pPr marL="114300" lvl="1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It structure the data into 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Fact tables – which store measurable business data</a:t>
          </a:r>
        </a:p>
        <a:p>
          <a:pPr marL="228600" lvl="2" indent="-114300" algn="l" defTabSz="666750">
            <a:lnSpc>
              <a:spcPct val="90000"/>
            </a:lnSpc>
            <a:spcBef>
              <a:spcPct val="0"/>
            </a:spcBef>
            <a:spcAft>
              <a:spcPct val="15000"/>
            </a:spcAft>
            <a:buChar char="•"/>
          </a:pPr>
          <a:r>
            <a:rPr lang="en-US" sz="1500" kern="1200"/>
            <a:t>Dimensional tables – store descriptive context about the business idea.</a:t>
          </a:r>
        </a:p>
      </dsp:txBody>
      <dsp:txXfrm>
        <a:off x="54261" y="980565"/>
        <a:ext cx="6690017" cy="1744086"/>
      </dsp:txXfrm>
    </dsp:sp>
  </dsp:spTree>
</dsp:drawing>
</file>

<file path=ppt/diagrams/drawing3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7CA41217-565B-4183-ABA6-0315828EFD2C}">
      <dsp:nvSpPr>
        <dsp:cNvPr id="0" name=""/>
        <dsp:cNvSpPr/>
      </dsp:nvSpPr>
      <dsp:spPr>
        <a:xfrm>
          <a:off x="0" y="172430"/>
          <a:ext cx="8337176" cy="737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 dirty="0"/>
            <a:t>Data Vault modeling methodology used to build </a:t>
          </a:r>
          <a:r>
            <a:rPr lang="en-US" sz="1800" kern="1200" dirty="0" err="1"/>
            <a:t>scalable,auditable</a:t>
          </a:r>
          <a:r>
            <a:rPr lang="en-US" sz="1800" kern="1200" dirty="0"/>
            <a:t> and flexible enterprise data platforms – specially for analytical and historical tracking purpose.</a:t>
          </a:r>
        </a:p>
      </dsp:txBody>
      <dsp:txXfrm>
        <a:off x="35982" y="208412"/>
        <a:ext cx="8265212" cy="665136"/>
      </dsp:txXfrm>
    </dsp:sp>
    <dsp:sp modelId="{72515C4A-D49E-447D-B8D4-338E2140DD34}">
      <dsp:nvSpPr>
        <dsp:cNvPr id="0" name=""/>
        <dsp:cNvSpPr/>
      </dsp:nvSpPr>
      <dsp:spPr>
        <a:xfrm>
          <a:off x="0" y="961370"/>
          <a:ext cx="8337176" cy="737100"/>
        </a:xfrm>
        <a:prstGeom prst="round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8580" tIns="68580" rIns="68580" bIns="68580" numCol="1" spcCol="1270" anchor="ctr" anchorCtr="0">
          <a:noAutofit/>
        </a:bodyPr>
        <a:lstStyle/>
        <a:p>
          <a:pPr marL="0" lvl="0" indent="0" algn="l" defTabSz="8001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800" kern="1200"/>
            <a:t>Core components in Data Vault</a:t>
          </a:r>
        </a:p>
      </dsp:txBody>
      <dsp:txXfrm>
        <a:off x="35982" y="997352"/>
        <a:ext cx="8265212" cy="665136"/>
      </dsp:txXfrm>
    </dsp:sp>
    <dsp:sp modelId="{5E99168A-D223-45A6-ABC3-C52DE0388C27}">
      <dsp:nvSpPr>
        <dsp:cNvPr id="0" name=""/>
        <dsp:cNvSpPr/>
      </dsp:nvSpPr>
      <dsp:spPr>
        <a:xfrm>
          <a:off x="0" y="1698470"/>
          <a:ext cx="8337176" cy="7452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264705" tIns="22860" rIns="128016" bIns="22860" numCol="1" spcCol="1270" anchor="t" anchorCtr="0">
          <a:noAutofit/>
        </a:bodyPr>
        <a:lstStyle/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Hub – stores unique business value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Satellite – stores descriptive attribute and historical changes</a:t>
          </a:r>
        </a:p>
        <a:p>
          <a:pPr marL="114300" lvl="1" indent="-114300" algn="l" defTabSz="622300">
            <a:lnSpc>
              <a:spcPct val="90000"/>
            </a:lnSpc>
            <a:spcBef>
              <a:spcPct val="0"/>
            </a:spcBef>
            <a:spcAft>
              <a:spcPct val="20000"/>
            </a:spcAft>
            <a:buChar char="•"/>
          </a:pPr>
          <a:r>
            <a:rPr lang="en-US" sz="1400" kern="1200"/>
            <a:t>Link – stores relationships between hubs</a:t>
          </a:r>
        </a:p>
      </dsp:txBody>
      <dsp:txXfrm>
        <a:off x="0" y="1698470"/>
        <a:ext cx="8337176" cy="745200"/>
      </dsp:txXfrm>
    </dsp:sp>
  </dsp:spTree>
</dsp:drawing>
</file>

<file path=ppt/diagrams/drawing4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26220684-693E-4664-A4B3-6FA456A7D2A0}">
      <dsp:nvSpPr>
        <dsp:cNvPr id="0" name=""/>
        <dsp:cNvSpPr/>
      </dsp:nvSpPr>
      <dsp:spPr>
        <a:xfrm>
          <a:off x="453599" y="442706"/>
          <a:ext cx="940800" cy="9408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2B385B72-71FB-4B9C-B49E-3234ACD96D1B}">
      <dsp:nvSpPr>
        <dsp:cNvPr id="0" name=""/>
        <dsp:cNvSpPr/>
      </dsp:nvSpPr>
      <dsp:spPr>
        <a:xfrm>
          <a:off x="651167" y="640274"/>
          <a:ext cx="545664" cy="545664"/>
        </a:xfrm>
        <a:prstGeom prst="rect">
          <a:avLst/>
        </a:prstGeom>
        <a:blipFill>
          <a:blip xmlns:r="http://schemas.openxmlformats.org/officeDocument/2006/relationships" r:embed="rId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D72960D2-4D17-48AA-85A0-44FCABE2F50E}">
      <dsp:nvSpPr>
        <dsp:cNvPr id="0" name=""/>
        <dsp:cNvSpPr/>
      </dsp:nvSpPr>
      <dsp:spPr>
        <a:xfrm>
          <a:off x="1596000" y="442706"/>
          <a:ext cx="2217600" cy="940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Primary Key – A field (or combination of fields) that uniquely identifies each record in a table. Cannot contain NULL Values.</a:t>
          </a:r>
        </a:p>
      </dsp:txBody>
      <dsp:txXfrm>
        <a:off x="1596000" y="442706"/>
        <a:ext cx="2217600" cy="940800"/>
      </dsp:txXfrm>
    </dsp:sp>
    <dsp:sp modelId="{370B3BBD-93C0-4619-8E3A-95E56D95A7EB}">
      <dsp:nvSpPr>
        <dsp:cNvPr id="0" name=""/>
        <dsp:cNvSpPr/>
      </dsp:nvSpPr>
      <dsp:spPr>
        <a:xfrm>
          <a:off x="4200000" y="442706"/>
          <a:ext cx="940800" cy="9408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AD0B408-C1A6-49BB-A6E6-F4343AB685E7}">
      <dsp:nvSpPr>
        <dsp:cNvPr id="0" name=""/>
        <dsp:cNvSpPr/>
      </dsp:nvSpPr>
      <dsp:spPr>
        <a:xfrm>
          <a:off x="4397568" y="640274"/>
          <a:ext cx="545664" cy="545664"/>
        </a:xfrm>
        <a:prstGeom prst="rect">
          <a:avLst/>
        </a:prstGeom>
        <a:blipFill>
          <a:blip xmlns:r="http://schemas.openxmlformats.org/officeDocument/2006/relationships"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2B436CA4-68F7-4C09-BE01-B768F73A0B8A}">
      <dsp:nvSpPr>
        <dsp:cNvPr id="0" name=""/>
        <dsp:cNvSpPr/>
      </dsp:nvSpPr>
      <dsp:spPr>
        <a:xfrm>
          <a:off x="5342400" y="442706"/>
          <a:ext cx="2217600" cy="940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Foreign Key – A field in one table that links to the Primary Key in another table, creating relationships between tables.</a:t>
          </a:r>
        </a:p>
      </dsp:txBody>
      <dsp:txXfrm>
        <a:off x="5342400" y="442706"/>
        <a:ext cx="2217600" cy="940800"/>
      </dsp:txXfrm>
    </dsp:sp>
    <dsp:sp modelId="{551C2F7A-3A63-4241-A87D-083D3EC3A591}">
      <dsp:nvSpPr>
        <dsp:cNvPr id="0" name=""/>
        <dsp:cNvSpPr/>
      </dsp:nvSpPr>
      <dsp:spPr>
        <a:xfrm>
          <a:off x="7946400" y="442706"/>
          <a:ext cx="940800" cy="9408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C640C98F-3384-44AC-9DF3-7B3FA4FC1495}">
      <dsp:nvSpPr>
        <dsp:cNvPr id="0" name=""/>
        <dsp:cNvSpPr/>
      </dsp:nvSpPr>
      <dsp:spPr>
        <a:xfrm>
          <a:off x="8143968" y="640274"/>
          <a:ext cx="545664" cy="545664"/>
        </a:xfrm>
        <a:prstGeom prst="rect">
          <a:avLst/>
        </a:prstGeom>
        <a:blipFill>
          <a:blip xmlns:r="http://schemas.openxmlformats.org/officeDocument/2006/relationships" r:embed="rId5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1B6FFE17-0764-4936-89C9-818DF29F7C3A}">
      <dsp:nvSpPr>
        <dsp:cNvPr id="0" name=""/>
        <dsp:cNvSpPr/>
      </dsp:nvSpPr>
      <dsp:spPr>
        <a:xfrm>
          <a:off x="9088800" y="442706"/>
          <a:ext cx="2217600" cy="940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Candidate Key – A field that can uniquely identify records and could potentially become the Primary Key.</a:t>
          </a:r>
        </a:p>
      </dsp:txBody>
      <dsp:txXfrm>
        <a:off x="9088800" y="442706"/>
        <a:ext cx="2217600" cy="940800"/>
      </dsp:txXfrm>
    </dsp:sp>
    <dsp:sp modelId="{56598E61-B3CD-43CB-B8A1-4F4B8495C565}">
      <dsp:nvSpPr>
        <dsp:cNvPr id="0" name=""/>
        <dsp:cNvSpPr/>
      </dsp:nvSpPr>
      <dsp:spPr>
        <a:xfrm>
          <a:off x="453599" y="1950244"/>
          <a:ext cx="940800" cy="9408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FCBC5E5D-D442-4EA3-91CC-0F5E9126C753}">
      <dsp:nvSpPr>
        <dsp:cNvPr id="0" name=""/>
        <dsp:cNvSpPr/>
      </dsp:nvSpPr>
      <dsp:spPr>
        <a:xfrm>
          <a:off x="651167" y="2147812"/>
          <a:ext cx="545664" cy="545664"/>
        </a:xfrm>
        <a:prstGeom prst="rect">
          <a:avLst/>
        </a:prstGeom>
        <a:blipFill>
          <a:blip xmlns:r="http://schemas.openxmlformats.org/officeDocument/2006/relationships" r:embed="rId7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D613A4F-E9B1-4A28-B22C-BFCC642C6491}">
      <dsp:nvSpPr>
        <dsp:cNvPr id="0" name=""/>
        <dsp:cNvSpPr/>
      </dsp:nvSpPr>
      <dsp:spPr>
        <a:xfrm>
          <a:off x="1596000" y="1950244"/>
          <a:ext cx="2217600" cy="940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Surrogate Key – An artificial/system generated key with no business meaning, usually auto-incremented.</a:t>
          </a:r>
        </a:p>
      </dsp:txBody>
      <dsp:txXfrm>
        <a:off x="1596000" y="1950244"/>
        <a:ext cx="2217600" cy="940800"/>
      </dsp:txXfrm>
    </dsp:sp>
    <dsp:sp modelId="{5DDE2F2E-7C79-4DFB-B777-179A932B72E6}">
      <dsp:nvSpPr>
        <dsp:cNvPr id="0" name=""/>
        <dsp:cNvSpPr/>
      </dsp:nvSpPr>
      <dsp:spPr>
        <a:xfrm>
          <a:off x="4200000" y="1950244"/>
          <a:ext cx="940800" cy="9408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069FCEE3-BA86-457A-8C0F-BDB3ADBD0CB2}">
      <dsp:nvSpPr>
        <dsp:cNvPr id="0" name=""/>
        <dsp:cNvSpPr/>
      </dsp:nvSpPr>
      <dsp:spPr>
        <a:xfrm>
          <a:off x="4397568" y="2147812"/>
          <a:ext cx="545664" cy="545664"/>
        </a:xfrm>
        <a:prstGeom prst="rect">
          <a:avLst/>
        </a:prstGeom>
        <a:blipFill>
          <a:blip xmlns:r="http://schemas.openxmlformats.org/officeDocument/2006/relationships" r:embed="rId9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31023E18-C741-4F00-BCBA-5D55791B5FB5}">
      <dsp:nvSpPr>
        <dsp:cNvPr id="0" name=""/>
        <dsp:cNvSpPr/>
      </dsp:nvSpPr>
      <dsp:spPr>
        <a:xfrm>
          <a:off x="5342400" y="1950244"/>
          <a:ext cx="2217600" cy="940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Hub Key – A field which is generated by using hash function over Business key. (Terminology used in Data vault modeling)</a:t>
          </a:r>
        </a:p>
      </dsp:txBody>
      <dsp:txXfrm>
        <a:off x="5342400" y="1950244"/>
        <a:ext cx="2217600" cy="940800"/>
      </dsp:txXfrm>
    </dsp:sp>
    <dsp:sp modelId="{9F189EB8-5715-4368-A43D-5F0A19686D64}">
      <dsp:nvSpPr>
        <dsp:cNvPr id="0" name=""/>
        <dsp:cNvSpPr/>
      </dsp:nvSpPr>
      <dsp:spPr>
        <a:xfrm>
          <a:off x="7946400" y="1950244"/>
          <a:ext cx="940800" cy="940800"/>
        </a:xfrm>
        <a:prstGeom prst="ellipse">
          <a:avLst/>
        </a:prstGeom>
        <a:solidFill>
          <a:schemeClr val="accent3">
            <a:tint val="4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/>
      </dsp:style>
    </dsp:sp>
    <dsp:sp modelId="{D764A2FF-9C82-43E8-8405-1B8E43FABF87}">
      <dsp:nvSpPr>
        <dsp:cNvPr id="0" name=""/>
        <dsp:cNvSpPr/>
      </dsp:nvSpPr>
      <dsp:spPr>
        <a:xfrm>
          <a:off x="8143968" y="2147812"/>
          <a:ext cx="545664" cy="545664"/>
        </a:xfrm>
        <a:prstGeom prst="rect">
          <a:avLst/>
        </a:prstGeom>
        <a:blipFill>
          <a:blip xmlns:r="http://schemas.openxmlformats.org/officeDocument/2006/relationships" r:embed="rId11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a:blipFill>
        <a:ln w="25400" cap="flat" cmpd="sng" algn="ctr">
          <a:noFill/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</dsp:sp>
    <dsp:sp modelId="{850D561E-817D-4D27-B937-DD12E8C4C0E7}">
      <dsp:nvSpPr>
        <dsp:cNvPr id="0" name=""/>
        <dsp:cNvSpPr/>
      </dsp:nvSpPr>
      <dsp:spPr>
        <a:xfrm>
          <a:off x="9088800" y="1950244"/>
          <a:ext cx="2217600" cy="940800"/>
        </a:xfrm>
        <a:prstGeom prst="rect">
          <a:avLst/>
        </a:prstGeom>
        <a:noFill/>
        <a:ln>
          <a:noFill/>
        </a:ln>
        <a:effectLst/>
      </dsp:spPr>
      <dsp:style>
        <a:lnRef idx="0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l" defTabSz="488950">
            <a:lnSpc>
              <a:spcPct val="10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/>
            <a:t>Hash Key – A field generated using hash function over the source column data. (Generally used to compare in case new record get inserted)</a:t>
          </a:r>
        </a:p>
      </dsp:txBody>
      <dsp:txXfrm>
        <a:off x="9088800" y="1950244"/>
        <a:ext cx="2217600" cy="940800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18/2/layout/IconVerticalSolidList">
  <dgm:title val="Icon Vertical Solid List"/>
  <dgm:desc val="Use to show a series of visuals from top to bottom with Level 1 or Level 1 and Level 2 text grouped in a shape. Works best with icons or small pictures with lengthier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choose name="Name0">
      <dgm:if name="Name1" axis="self" func="var" arg="dir" op="equ" val="norm">
        <dgm:alg type="lin">
          <dgm:param type="linDir" val="fromT"/>
          <dgm:param type="nodeHorzAlign" val="l"/>
        </dgm:alg>
      </dgm:if>
      <dgm:else name="Name2">
        <dgm:alg type="lin">
          <dgm:param type="linDir" val="fromT"/>
          <dgm:param type="nodeHorzAlign" val="r"/>
        </dgm:alg>
      </dgm:else>
    </dgm:choose>
    <dgm:shape xmlns:r="http://schemas.openxmlformats.org/officeDocument/2006/relationships" r:blip="">
      <dgm:adjLst/>
    </dgm:shape>
    <dgm:presOf/>
    <dgm:choose name="Name3">
      <dgm:if name="Name4" axis="ch" ptType="node" func="cnt" op="lte" val="3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5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5" axis="ch" ptType="node" func="cnt" op="lte" val="4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22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if name="Name6" axis="ch" ptType="node" func="cnt" op="lte" val="6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9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if>
      <dgm:else name="Name7">
        <dgm:constrLst>
          <dgm:constr type="h" for="ch" forName="compNode" refType="h" fact="0.3"/>
          <dgm:constr type="w" for="ch" forName="compNode" refType="w"/>
          <dgm:constr type="h" for="ch" forName="sibTrans" refType="h" refFor="ch" refForName="compNode" fact="0.25"/>
          <dgm:constr type="primFontSz" for="des" forName="parTx" val="16"/>
          <dgm:constr type="primFontSz" for="des" forName="desTx" refType="primFontSz" refFor="des" refForName="parTx" op="lte" fact="0.75"/>
          <dgm:constr type="h" for="des" forName="compNode" op="equ"/>
          <dgm:constr type="h" for="des" forName="bgRect" op="equ"/>
          <dgm:constr type="h" for="des" forName="iconRect" op="equ"/>
          <dgm:constr type="w" for="des" forName="iconRect" op="equ"/>
          <dgm:constr type="h" for="des" forName="spaceRect" op="equ"/>
          <dgm:constr type="h" for="des" forName="parTx" op="equ"/>
          <dgm:constr type="h" for="des" forName="desTx" op="equ"/>
        </dgm:constrLst>
      </dgm:else>
    </dgm:choose>
    <dgm:ruleLst>
      <dgm:rule type="h" for="ch" forName="compNode" val="0" fact="NaN" max="NaN"/>
    </dgm:ruleLst>
    <dgm:forEach name="Name8" axis="ch" ptType="node">
      <dgm:layoutNode name="compNode">
        <dgm:alg type="composite"/>
        <dgm:shape xmlns:r="http://schemas.openxmlformats.org/officeDocument/2006/relationships" r:blip="">
          <dgm:adjLst/>
        </dgm:shape>
        <dgm:presOf axis="self"/>
        <dgm:choose name="Name9">
          <dgm:if name="Name10" axis="ch" ptType="node" func="cnt" op="gte" val="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w" for="ch" forName="parTx" refType="w" fact="0.45"/>
              <dgm:constr type="h" for="ch" forName="parTx" refType="h"/>
              <dgm:constr type="l" for="ch" forName="parTx" refType="r" refFor="ch" refForName="spaceRect"/>
              <dgm:constr type="t" for="ch" forName="parTx"/>
              <dgm:constr type="h" for="ch" forName="desTx" refType="h"/>
              <dgm:constr type="l" for="ch" forName="desTx" refType="r" refFor="ch" refForName="parTx"/>
              <dgm:constr type="t" for="ch" forName="desTx"/>
            </dgm:constrLst>
          </dgm:if>
          <dgm:else name="Name11">
            <dgm:constrLst>
              <dgm:constr type="w" for="ch" forName="bgRect" refType="w"/>
              <dgm:constr type="h" for="ch" forName="bgRect" refType="h"/>
              <dgm:constr type="l" for="ch" forName="bgRect"/>
              <dgm:constr type="t" for="ch" forName="bgRect"/>
              <dgm:constr type="h" for="ch" forName="iconRect" refType="h" fact="0.55"/>
              <dgm:constr type="w" for="ch" forName="iconRect" refType="h" refFor="ch" refForName="iconRect"/>
              <dgm:constr type="l" for="ch" forName="iconRect" refType="h" refFor="ch" refForName="iconRect" fact="0.55"/>
              <dgm:constr type="ctrY" for="ch" forName="iconRect" refType="ctrY" refFor="ch" refForName="bgRect"/>
              <dgm:constr type="w" for="ch" forName="spaceRect" refType="l" refFor="ch" refForName="iconRect"/>
              <dgm:constr type="h" for="ch" forName="spaceRect" refType="h"/>
              <dgm:constr type="l" for="ch" forName="spaceRect" refType="r" refFor="ch" refForName="iconRect"/>
              <dgm:constr type="t" for="ch" forName="spaceRect"/>
              <dgm:constr type="h" for="ch" forName="parTx" refType="h"/>
              <dgm:constr type="l" for="ch" forName="parTx" refType="r" refFor="ch" refForName="spaceRect"/>
              <dgm:constr type="t" for="ch" forName="parTx"/>
            </dgm:constrLst>
          </dgm:else>
        </dgm:choose>
        <dgm:ruleLst>
          <dgm:rule type="h" val="INF" fact="NaN" max="NaN"/>
        </dgm:ruleLst>
        <dgm:layoutNode name="bgRect" styleLbl="bgShp">
          <dgm:alg type="sp"/>
          <dgm:shape xmlns:r="http://schemas.openxmlformats.org/officeDocument/2006/relationships" type="roundRect" r:blip="">
            <dgm:adjLst>
              <dgm:adj idx="1" val="0.1"/>
            </dgm:adjLst>
          </dgm:shape>
          <dgm:presOf/>
          <dgm:constrLst/>
          <dgm:ruleLst/>
        </dgm:layoutNode>
        <dgm:layoutNode name="iconRect" styleLbl="node1">
          <dgm:alg type="sp"/>
          <dgm:shape xmlns:r="http://schemas.openxmlformats.org/officeDocument/2006/relationships" type="rect" r:blip="" blipPhldr="1">
            <dgm:adjLst/>
          </dgm:shape>
          <dgm:presOf/>
          <dgm:constrLst/>
          <dgm:ruleLst/>
        </dgm:layoutNode>
        <dgm:layoutNode name="spaceRect">
          <dgm:alg type="sp"/>
          <dgm:shape xmlns:r="http://schemas.openxmlformats.org/officeDocument/2006/relationships" r:blip="">
            <dgm:adjLst/>
          </dgm:shape>
          <dgm:presOf/>
          <dgm:constrLst/>
          <dgm:ruleLst/>
        </dgm:layoutNode>
        <dgm:layoutNode name="parTx" styleLbl="revTx">
          <dgm:varLst>
            <dgm:chMax val="0"/>
            <dgm:chPref val="0"/>
          </dgm:varLst>
          <dgm:alg type="tx">
            <dgm:param type="txAnchorVert" val="mid"/>
            <dgm:param type="parTxLTRAlign" val="l"/>
            <dgm:param type="shpTxLTRAlignCh" val="l"/>
            <dgm:param type="parTxRTLAlign" val="r"/>
            <dgm:param type="shpTxRTLAlignCh" val="r"/>
          </dgm:alg>
          <dgm:shape xmlns:r="http://schemas.openxmlformats.org/officeDocument/2006/relationships" type="rect" r:blip="">
            <dgm:adjLst/>
          </dgm:shape>
          <dgm:presOf axis="self" ptType="node"/>
          <dgm:constrLst>
            <dgm:constr type="lMarg" refType="h" fact="0.3"/>
            <dgm:constr type="rMarg" refType="h" fact="0.3"/>
            <dgm:constr type="tMarg" refType="h" fact="0.3"/>
            <dgm:constr type="bMarg" refType="h" fact="0.3"/>
          </dgm:constrLst>
          <dgm:ruleLst>
            <dgm:rule type="primFontSz" val="14" fact="NaN" max="NaN"/>
            <dgm:rule type="h" val="INF" fact="NaN" max="NaN"/>
          </dgm:ruleLst>
        </dgm:layoutNode>
        <dgm:choose name="Name12">
          <dgm:if name="Name13" axis="ch" ptType="node" func="cnt" op="gte" val="1">
            <dgm:layoutNode name="desTx" styleLbl="revTx">
              <dgm:varLst/>
              <dgm:alg type="tx">
                <dgm:param type="txAnchorVertCh" val="mid"/>
                <dgm:param type="parTxLTRAlign" val="l"/>
                <dgm:param type="shpTxLTRAlignCh" val="l"/>
                <dgm:param type="parTxRTLAlign" val="r"/>
                <dgm:param type="shpTxRTLAlignCh" val="r"/>
                <dgm:param type="stBulletLvl" val="0"/>
              </dgm:alg>
              <dgm:shape xmlns:r="http://schemas.openxmlformats.org/officeDocument/2006/relationships" type="rect" r:blip="">
                <dgm:adjLst/>
              </dgm:shape>
              <dgm:presOf axis="des" ptType="node"/>
              <dgm:constrLst>
                <dgm:constr type="primFontSz" val="18"/>
                <dgm:constr type="secFontSz" refType="primFontSz"/>
                <dgm:constr type="lMarg" refType="h" fact="0.3"/>
                <dgm:constr type="rMarg" refType="h" fact="0.3"/>
                <dgm:constr type="tMarg" refType="h" fact="0.3"/>
                <dgm:constr type="bMarg" refType="h" fact="0.3"/>
              </dgm:constrLst>
              <dgm:ruleLst>
                <dgm:rule type="primFontSz" val="11" fact="NaN" max="NaN"/>
              </dgm:ruleLst>
            </dgm:layoutNode>
          </dgm:if>
          <dgm:else name="Name14"/>
        </dgm:choose>
      </dgm:layoutNode>
      <dgm:forEach name="Name15" axis="followSib" ptType="sibTrans" cnt="1">
        <dgm:layoutNode name="sibTrans">
          <dgm:alg type="sp"/>
          <dgm:shape xmlns:r="http://schemas.openxmlformats.org/officeDocument/2006/relationships" r:blip="">
            <dgm:adjLst/>
          </dgm:shape>
          <dgm:presOf axis="self"/>
          <dgm:constrLst/>
          <dgm:ruleLst/>
        </dgm:layoutNode>
      </dgm:forEach>
    </dgm:forEach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  <a:lvl2pPr>
          <a:lnSpc>
            <a:spcPct val="100000"/>
          </a:lnSpc>
        </a:lvl2pPr>
      </dgm1612:lstStyle>
    </a:ext>
  </dgm:extLst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vProcess5">
  <dgm:title val=""/>
  <dgm:desc val=""/>
  <dgm:catLst>
    <dgm:cat type="process" pri="14000"/>
  </dgm:catLst>
  <dgm:sampData>
    <dgm:dataModel>
      <dgm:ptLst>
        <dgm:pt modelId="0" type="doc"/>
        <dgm:pt modelId="1">
          <dgm:prSet phldr="1"/>
        </dgm:pt>
        <dgm:pt modelId="2">
          <dgm:prSet phldr="1"/>
        </dgm:pt>
        <dgm:pt modelId="3">
          <dgm:prSet phldr="1"/>
        </dgm:pt>
      </dgm:ptLst>
      <dgm:cxnLst>
        <dgm:cxn modelId="5" srcId="0" destId="1" srcOrd="0" destOrd="0"/>
        <dgm:cxn modelId="6" srcId="0" destId="2" srcOrd="1" destOrd="0"/>
        <dgm:cxn modelId="7" srcId="0" destId="3" srcOrd="2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6" srcId="0" destId="1" srcOrd="0" destOrd="0"/>
        <dgm:cxn modelId="7" srcId="0" destId="2" srcOrd="1" destOrd="0"/>
        <dgm:cxn modelId="8" srcId="0" destId="3" srcOrd="2" destOrd="0"/>
        <dgm:cxn modelId="9" srcId="0" destId="4" srcOrd="3" destOrd="0"/>
      </dgm:cxnLst>
      <dgm:bg/>
      <dgm:whole/>
    </dgm:dataModel>
  </dgm:clrData>
  <dgm:layoutNode name="outerComposite">
    <dgm:varLst>
      <dgm:chMax val="5"/>
      <dgm:dir/>
      <dgm:resizeHandles val="exact"/>
    </dgm:varLst>
    <dgm:alg type="composite"/>
    <dgm:shape xmlns:r="http://schemas.openxmlformats.org/officeDocument/2006/relationships" r:blip="">
      <dgm:adjLst/>
    </dgm:shape>
    <dgm:presOf/>
    <dgm:choose name="Name0">
      <dgm:if name="Name1" func="var" arg="dir" op="equ" val="norm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l" for="ch" forName="TwoNodes_1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r" for="ch" forName="TwoNodes_2" refType="w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r" for="ch" forName="TwoConn_1-2" refType="r" refFor="ch" refForName="TwoNodes_1"/>
          <dgm:constr type="r" for="ch" forName="TwoNodes_1_text" refType="l" refFor="ch" refForName="TwoConn_1-2"/>
          <dgm:constr type="rOff" for="ch" forName="TwoNodes_1_text" refType="w" refFor="ch" refForName="TwoConn_1-2" fact="-0.5"/>
          <dgm:constr type="t" for="ch" forName="TwoNodes_1_text" refType="t" refFor="ch" refForName="TwoNodes_1"/>
          <dgm:constr type="b" for="ch" forName="TwoNodes_1_text" refType="b" refFor="ch" refForName="TwoNodes_1"/>
          <dgm:constr type="l" for="ch" forName="TwoNodes_1_text" refType="l" refFor="ch" refForName="TwoNodes_1"/>
          <dgm:constr type="r" for="ch" forName="TwoNodes_2_text" refType="l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l" for="ch" forName="TwoNodes_2_text" refType="l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l" for="ch" forName="ThreeNodes_1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r" for="ch" forName="ThreeNodes_3" refType="w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r" for="ch" forName="ThreeConn_1-2" refType="r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r" for="ch" forName="ThreeConn_2-3" refType="r" refFor="ch" refForName="ThreeNodes_2"/>
          <dgm:constr type="r" for="ch" forName="ThreeNodes_1_text" refType="l" refFor="ch" refForName="ThreeConn_1-2"/>
          <dgm:constr type="rOff" for="ch" forName="ThreeNodes_1_text" refType="w" refFor="ch" refForName="ThreeConn_1-2" fact="-0.57"/>
          <dgm:constr type="t" for="ch" forName="ThreeNodes_1_text" refType="t" refFor="ch" refForName="ThreeNodes_1"/>
          <dgm:constr type="b" for="ch" forName="ThreeNodes_1_text" refType="b" refFor="ch" refForName="ThreeNodes_1"/>
          <dgm:constr type="l" for="ch" forName="ThreeNodes_1_text" refType="l" refFor="ch" refForName="ThreeNodes_1"/>
          <dgm:constr type="r" for="ch" forName="ThreeNodes_2_text" refType="l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l" for="ch" forName="ThreeNodes_2_text" refType="l" refFor="ch" refForName="ThreeNodes_2"/>
          <dgm:constr type="r" for="ch" forName="ThreeNodes_3_text" refType="l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l" for="ch" forName="ThreeNodes_3_text" refType="l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l" for="ch" forName="FourNodes_1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467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533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r" for="ch" forName="FourNodes_4" refType="w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r" for="ch" forName="FourConn_1-2" refType="r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r" for="ch" forName="FourConn_2-3" refType="r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r" for="ch" forName="FourConn_3-4" refType="r" refFor="ch" refForName="FourNodes_3"/>
          <dgm:constr type="r" for="ch" forName="FourNodes_1_text" refType="l" refFor="ch" refForName="FourConn_1-2"/>
          <dgm:constr type="rOff" for="ch" forName="FourNodes_1_text" refType="w" refFor="ch" refForName="FourConn_1-2" fact="-0.7"/>
          <dgm:constr type="t" for="ch" forName="FourNodes_1_text" refType="t" refFor="ch" refForName="FourNodes_1"/>
          <dgm:constr type="b" for="ch" forName="FourNodes_1_text" refType="b" refFor="ch" refForName="FourNodes_1"/>
          <dgm:constr type="l" for="ch" forName="FourNodes_1_text" refType="l" refFor="ch" refForName="FourNodes_1"/>
          <dgm:constr type="r" for="ch" forName="FourNodes_2_text" refType="l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l" for="ch" forName="FourNodes_2_text" refType="l" refFor="ch" refForName="FourNodes_2"/>
          <dgm:constr type="r" for="ch" forName="FourNodes_3_text" refType="l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l" for="ch" forName="FourNodes_3_text" refType="l" refFor="ch" refForName="FourNodes_3"/>
          <dgm:constr type="r" for="ch" forName="FourNodes_4_text" refType="l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l" for="ch" forName="FourNodes_4_text" refType="l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l" for="ch" forName="FiveNodes_1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442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557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r" for="ch" forName="FiveNodes_5" refType="w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r" for="ch" forName="FiveConn_1-2" refType="r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r" for="ch" forName="FiveConn_2-3" refType="r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r" for="ch" forName="FiveConn_3-4" refType="r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r" for="ch" forName="FiveConn_4-5" refType="r" refFor="ch" refForName="FiveNodes_4"/>
          <dgm:constr type="r" for="ch" forName="FiveNodes_1_text" refType="l" refFor="ch" refForName="FiveConn_1-2"/>
          <dgm:constr type="rOff" for="ch" forName="FiveNodes_1_text" refType="w" refFor="ch" refForName="FiveConn_1-2" fact="-0.75"/>
          <dgm:constr type="t" for="ch" forName="FiveNodes_1_text" refType="t" refFor="ch" refForName="FiveNodes_1"/>
          <dgm:constr type="b" for="ch" forName="FiveNodes_1_text" refType="b" refFor="ch" refForName="FiveNodes_1"/>
          <dgm:constr type="l" for="ch" forName="FiveNodes_1_text" refType="l" refFor="ch" refForName="FiveNodes_1"/>
          <dgm:constr type="r" for="ch" forName="FiveNodes_2_text" refType="l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l" for="ch" forName="FiveNodes_2_text" refType="l" refFor="ch" refForName="FiveNodes_2"/>
          <dgm:constr type="r" for="ch" forName="FiveNodes_3_text" refType="l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l" for="ch" forName="FiveNodes_3_text" refType="l" refFor="ch" refForName="FiveNodes_3"/>
          <dgm:constr type="r" for="ch" forName="FiveNodes_4_text" refType="l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l" for="ch" forName="FiveNodes_4_text" refType="l" refFor="ch" refForName="FiveNodes_4"/>
          <dgm:constr type="r" for="ch" forName="FiveNodes_5_text" refType="l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l" for="ch" forName="FiveNodes_5_text" refType="l" refFor="ch" refForName="FiveNodes_5"/>
        </dgm:constrLst>
      </dgm:if>
      <dgm:else name="Name2">
        <dgm:constrLst>
          <dgm:constr type="primFontSz" for="ch" ptType="node" op="equ" val="65"/>
          <dgm:constr type="w" for="ch" forName="dummyMaxCanvas" refType="w"/>
          <dgm:constr type="h" for="ch" forName="dummyMaxCanvas" refType="h"/>
          <dgm:constr type="w" for="ch" forName="OneNode_1" refType="w"/>
          <dgm:constr type="h" for="ch" forName="OneNode_1" refType="h" fact="0.5"/>
          <dgm:constr type="ctrY" for="ch" forName="OneNode_1" refType="h" fact="0.5"/>
          <dgm:constr type="w" for="ch" forName="TwoNodes_1" refType="w" fact="0.85"/>
          <dgm:constr type="h" for="ch" forName="TwoNodes_1" refType="h" fact="0.45"/>
          <dgm:constr type="t" for="ch" forName="TwoNodes_1"/>
          <dgm:constr type="r" for="ch" forName="TwoNodes_1" refType="w"/>
          <dgm:constr type="w" for="ch" forName="TwoNodes_2" refType="w" fact="0.85"/>
          <dgm:constr type="h" for="ch" forName="TwoNodes_2" refType="h" fact="0.45"/>
          <dgm:constr type="b" for="ch" forName="TwoNodes_2" refType="h"/>
          <dgm:constr type="l" for="ch" forName="TwoNodes_2"/>
          <dgm:constr type="w" for="ch" forName="TwoConn_1-2" refType="h" refFor="ch" refForName="TwoNodes_1" fact="0.65"/>
          <dgm:constr type="h" for="ch" forName="TwoConn_1-2" refType="h" refFor="ch" refForName="TwoNodes_1" fact="0.65"/>
          <dgm:constr type="ctrY" for="ch" forName="TwoConn_1-2" refType="h" fact="0.5"/>
          <dgm:constr type="l" for="ch" forName="TwoConn_1-2" refType="l" refFor="ch" refForName="TwoNodes_1"/>
          <dgm:constr type="l" for="ch" forName="TwoNodes_1_text" refType="r" refFor="ch" refForName="TwoConn_1-2"/>
          <dgm:constr type="lOff" for="ch" forName="TwoNodes_1_text" refType="w" refFor="ch" refForName="TwoConn_1-2" fact="0.5"/>
          <dgm:constr type="t" for="ch" forName="TwoNodes_1_text" refType="t" refFor="ch" refForName="TwoNodes_1"/>
          <dgm:constr type="b" for="ch" forName="TwoNodes_1_text" refType="b" refFor="ch" refForName="TwoNodes_1"/>
          <dgm:constr type="r" for="ch" forName="TwoNodes_1_text" refType="r" refFor="ch" refForName="TwoNodes_1"/>
          <dgm:constr type="l" for="ch" forName="TwoNodes_2_text" refType="r" refFor="ch" refForName="TwoConn_1-2"/>
          <dgm:constr type="t" for="ch" forName="TwoNodes_2_text" refType="t" refFor="ch" refForName="TwoNodes_2"/>
          <dgm:constr type="b" for="ch" forName="TwoNodes_2_text" refType="b" refFor="ch" refForName="TwoNodes_2"/>
          <dgm:constr type="r" for="ch" forName="TwoNodes_2_text" refType="r" refFor="ch" refForName="TwoNodes_2"/>
          <dgm:constr type="w" for="ch" forName="ThreeNodes_1" refType="w" fact="0.85"/>
          <dgm:constr type="h" for="ch" forName="ThreeNodes_1" refType="h" fact="0.3"/>
          <dgm:constr type="t" for="ch" forName="ThreeNodes_1"/>
          <dgm:constr type="r" for="ch" forName="ThreeNodes_1" refType="w"/>
          <dgm:constr type="w" for="ch" forName="ThreeNodes_2" refType="w" fact="0.85"/>
          <dgm:constr type="h" for="ch" forName="ThreeNodes_2" refType="h" fact="0.3"/>
          <dgm:constr type="ctrY" for="ch" forName="ThreeNodes_2" refType="h" fact="0.5"/>
          <dgm:constr type="ctrX" for="ch" forName="ThreeNodes_2" refType="w" fact="0.5"/>
          <dgm:constr type="w" for="ch" forName="ThreeNodes_3" refType="w" fact="0.85"/>
          <dgm:constr type="h" for="ch" forName="ThreeNodes_3" refType="h" fact="0.3"/>
          <dgm:constr type="b" for="ch" forName="ThreeNodes_3" refType="h"/>
          <dgm:constr type="l" for="ch" forName="ThreeNodes_3"/>
          <dgm:constr type="w" for="ch" forName="ThreeConn_1-2" refType="h" refFor="ch" refForName="ThreeNodes_1" fact="0.65"/>
          <dgm:constr type="h" for="ch" forName="ThreeConn_1-2" refType="h" refFor="ch" refForName="ThreeNodes_1" fact="0.65"/>
          <dgm:constr type="ctrY" for="ch" forName="ThreeConn_1-2" refType="h" fact="0.325"/>
          <dgm:constr type="l" for="ch" forName="ThreeConn_1-2" refType="l" refFor="ch" refForName="ThreeNodes_1"/>
          <dgm:constr type="w" for="ch" forName="ThreeConn_2-3" refType="h" refFor="ch" refForName="ThreeNodes_2" fact="0.65"/>
          <dgm:constr type="h" for="ch" forName="ThreeConn_2-3" refType="h" refFor="ch" refForName="ThreeNodes_2" fact="0.65"/>
          <dgm:constr type="ctrY" for="ch" forName="ThreeConn_2-3" refType="h" fact="0.673"/>
          <dgm:constr type="l" for="ch" forName="ThreeConn_2-3" refType="l" refFor="ch" refForName="ThreeNodes_2"/>
          <dgm:constr type="l" for="ch" forName="ThreeNodes_1_text" refType="r" refFor="ch" refForName="ThreeConn_1-2"/>
          <dgm:constr type="lOff" for="ch" forName="ThreeNodes_1_text" refType="w" refFor="ch" refForName="ThreeConn_1-2" fact="0.55"/>
          <dgm:constr type="t" for="ch" forName="ThreeNodes_1_text" refType="t" refFor="ch" refForName="ThreeNodes_1"/>
          <dgm:constr type="b" for="ch" forName="ThreeNodes_1_text" refType="b" refFor="ch" refForName="ThreeNodes_1"/>
          <dgm:constr type="r" for="ch" forName="ThreeNodes_1_text" refType="r" refFor="ch" refForName="ThreeNodes_1"/>
          <dgm:constr type="l" for="ch" forName="ThreeNodes_2_text" refType="r" refFor="ch" refForName="ThreeConn_1-2"/>
          <dgm:constr type="t" for="ch" forName="ThreeNodes_2_text" refType="t" refFor="ch" refForName="ThreeNodes_2"/>
          <dgm:constr type="b" for="ch" forName="ThreeNodes_2_text" refType="b" refFor="ch" refForName="ThreeNodes_2"/>
          <dgm:constr type="r" for="ch" forName="ThreeNodes_2_text" refType="r" refFor="ch" refForName="ThreeNodes_2"/>
          <dgm:constr type="l" for="ch" forName="ThreeNodes_3_text" refType="r" refFor="ch" refForName="ThreeConn_2-3"/>
          <dgm:constr type="t" for="ch" forName="ThreeNodes_3_text" refType="t" refFor="ch" refForName="ThreeNodes_3"/>
          <dgm:constr type="b" for="ch" forName="ThreeNodes_3_text" refType="b" refFor="ch" refForName="ThreeNodes_3"/>
          <dgm:constr type="r" for="ch" forName="ThreeNodes_3_text" refType="r" refFor="ch" refForName="ThreeNodes_3"/>
          <dgm:constr type="w" for="ch" forName="FourNodes_1" refType="w" fact="0.8"/>
          <dgm:constr type="h" for="ch" forName="FourNodes_1" refType="h" fact="0.22"/>
          <dgm:constr type="t" for="ch" forName="FourNodes_1"/>
          <dgm:constr type="r" for="ch" forName="FourNodes_1" refType="w"/>
          <dgm:constr type="w" for="ch" forName="FourNodes_2" refType="w" fact="0.8"/>
          <dgm:constr type="h" for="ch" forName="FourNodes_2" refType="h" fact="0.22"/>
          <dgm:constr type="ctrY" for="ch" forName="FourNodes_2" refType="h" fact="0.37"/>
          <dgm:constr type="ctrX" for="ch" forName="FourNodes_2" refType="w" fact="0.533"/>
          <dgm:constr type="w" for="ch" forName="FourNodes_3" refType="w" fact="0.8"/>
          <dgm:constr type="h" for="ch" forName="FourNodes_3" refType="h" fact="0.22"/>
          <dgm:constr type="ctrY" for="ch" forName="FourNodes_3" refType="h" fact="0.63"/>
          <dgm:constr type="ctrX" for="ch" forName="FourNodes_3" refType="w" fact="0.467"/>
          <dgm:constr type="w" for="ch" forName="FourNodes_4" refType="w" fact="0.8"/>
          <dgm:constr type="h" for="ch" forName="FourNodes_4" refType="h" fact="0.22"/>
          <dgm:constr type="b" for="ch" forName="FourNodes_4" refType="h"/>
          <dgm:constr type="l" for="ch" forName="FourNodes_4"/>
          <dgm:constr type="w" for="ch" forName="FourConn_1-2" refType="h" refFor="ch" refForName="FourNodes_1" fact="0.65"/>
          <dgm:constr type="h" for="ch" forName="FourConn_1-2" refType="h" refFor="ch" refForName="FourNodes_1" fact="0.65"/>
          <dgm:constr type="ctrY" for="ch" forName="FourConn_1-2" refType="h" fact="0.24"/>
          <dgm:constr type="l" for="ch" forName="FourConn_1-2" refType="l" refFor="ch" refForName="FourNodes_1"/>
          <dgm:constr type="w" for="ch" forName="FourConn_2-3" refType="h" refFor="ch" refForName="FourNodes_2" fact="0.65"/>
          <dgm:constr type="h" for="ch" forName="FourConn_2-3" refType="h" refFor="ch" refForName="FourNodes_2" fact="0.65"/>
          <dgm:constr type="ctrY" for="ch" forName="FourConn_2-3" refType="h" fact="0.5"/>
          <dgm:constr type="l" for="ch" forName="FourConn_2-3" refType="l" refFor="ch" refForName="FourNodes_2"/>
          <dgm:constr type="w" for="ch" forName="FourConn_3-4" refType="h" refFor="ch" refForName="FourNodes_3" fact="0.65"/>
          <dgm:constr type="h" for="ch" forName="FourConn_3-4" refType="h" refFor="ch" refForName="FourNodes_3" fact="0.65"/>
          <dgm:constr type="ctrY" for="ch" forName="FourConn_3-4" refType="h" fact="0.76"/>
          <dgm:constr type="l" for="ch" forName="FourConn_3-4" refType="l" refFor="ch" refForName="FourNodes_3"/>
          <dgm:constr type="l" for="ch" forName="FourNodes_1_text" refType="r" refFor="ch" refForName="FourConn_1-2"/>
          <dgm:constr type="lOff" for="ch" forName="FourNodes_1_text" refType="w" refFor="ch" refForName="FourConn_1-2" fact="0.69"/>
          <dgm:constr type="t" for="ch" forName="FourNodes_1_text" refType="t" refFor="ch" refForName="FourNodes_1"/>
          <dgm:constr type="b" for="ch" forName="FourNodes_1_text" refType="b" refFor="ch" refForName="FourNodes_1"/>
          <dgm:constr type="r" for="ch" forName="FourNodes_1_text" refType="r" refFor="ch" refForName="FourNodes_1"/>
          <dgm:constr type="l" for="ch" forName="FourNodes_2_text" refType="r" refFor="ch" refForName="FourConn_1-2"/>
          <dgm:constr type="t" for="ch" forName="FourNodes_2_text" refType="t" refFor="ch" refForName="FourNodes_2"/>
          <dgm:constr type="b" for="ch" forName="FourNodes_2_text" refType="b" refFor="ch" refForName="FourNodes_2"/>
          <dgm:constr type="r" for="ch" forName="FourNodes_2_text" refType="r" refFor="ch" refForName="FourNodes_2"/>
          <dgm:constr type="l" for="ch" forName="FourNodes_3_text" refType="r" refFor="ch" refForName="FourConn_2-3"/>
          <dgm:constr type="t" for="ch" forName="FourNodes_3_text" refType="t" refFor="ch" refForName="FourNodes_3"/>
          <dgm:constr type="b" for="ch" forName="FourNodes_3_text" refType="b" refFor="ch" refForName="FourNodes_3"/>
          <dgm:constr type="r" for="ch" forName="FourNodes_3_text" refType="r" refFor="ch" refForName="FourNodes_3"/>
          <dgm:constr type="l" for="ch" forName="FourNodes_4_text" refType="r" refFor="ch" refForName="FourConn_3-4"/>
          <dgm:constr type="t" for="ch" forName="FourNodes_4_text" refType="t" refFor="ch" refForName="FourNodes_4"/>
          <dgm:constr type="b" for="ch" forName="FourNodes_4_text" refType="b" refFor="ch" refForName="FourNodes_4"/>
          <dgm:constr type="r" for="ch" forName="FourNodes_4_text" refType="r" refFor="ch" refForName="FourNodes_4"/>
          <dgm:constr type="w" for="ch" forName="FiveNodes_1" refType="w" fact="0.77"/>
          <dgm:constr type="h" for="ch" forName="FiveNodes_1" refType="h" fact="0.18"/>
          <dgm:constr type="t" for="ch" forName="FiveNodes_1"/>
          <dgm:constr type="r" for="ch" forName="FiveNodes_1" refType="w"/>
          <dgm:constr type="w" for="ch" forName="FiveNodes_2" refType="w" fact="0.77"/>
          <dgm:constr type="h" for="ch" forName="FiveNodes_2" refType="h" fact="0.18"/>
          <dgm:constr type="ctrY" for="ch" forName="FiveNodes_2" refType="h" fact="0.295"/>
          <dgm:constr type="ctrX" for="ch" forName="FiveNodes_2" refType="w" fact="0.5575"/>
          <dgm:constr type="w" for="ch" forName="FiveNodes_3" refType="w" fact="0.77"/>
          <dgm:constr type="h" for="ch" forName="FiveNodes_3" refType="h" fact="0.18"/>
          <dgm:constr type="ctrY" for="ch" forName="FiveNodes_3" refType="h" fact="0.5"/>
          <dgm:constr type="ctrX" for="ch" forName="FiveNodes_3" refType="w" fact="0.5"/>
          <dgm:constr type="w" for="ch" forName="FiveNodes_4" refType="w" fact="0.77"/>
          <dgm:constr type="h" for="ch" forName="FiveNodes_4" refType="h" fact="0.18"/>
          <dgm:constr type="ctrY" for="ch" forName="FiveNodes_4" refType="h" fact="0.705"/>
          <dgm:constr type="ctrX" for="ch" forName="FiveNodes_4" refType="w" fact="0.4425"/>
          <dgm:constr type="w" for="ch" forName="FiveNodes_5" refType="w" fact="0.77"/>
          <dgm:constr type="h" for="ch" forName="FiveNodes_5" refType="h" fact="0.18"/>
          <dgm:constr type="b" for="ch" forName="FiveNodes_5" refType="h"/>
          <dgm:constr type="l" for="ch" forName="FiveNodes_5"/>
          <dgm:constr type="w" for="ch" forName="FiveConn_1-2" refType="h" refFor="ch" refForName="FiveNodes_1" fact="0.65"/>
          <dgm:constr type="h" for="ch" forName="FiveConn_1-2" refType="h" refFor="ch" refForName="FiveNodes_1" fact="0.65"/>
          <dgm:constr type="ctrY" for="ch" forName="FiveConn_1-2" refType="h" fact="0.19"/>
          <dgm:constr type="l" for="ch" forName="FiveConn_1-2" refType="l" refFor="ch" refForName="FiveNodes_1"/>
          <dgm:constr type="w" for="ch" forName="FiveConn_2-3" refType="h" refFor="ch" refForName="FiveNodes_2" fact="0.65"/>
          <dgm:constr type="h" for="ch" forName="FiveConn_2-3" refType="h" refFor="ch" refForName="FiveNodes_2" fact="0.65"/>
          <dgm:constr type="ctrY" for="ch" forName="FiveConn_2-3" refType="h" fact="0.395"/>
          <dgm:constr type="l" for="ch" forName="FiveConn_2-3" refType="l" refFor="ch" refForName="FiveNodes_2"/>
          <dgm:constr type="w" for="ch" forName="FiveConn_3-4" refType="h" refFor="ch" refForName="FiveNodes_3" fact="0.65"/>
          <dgm:constr type="h" for="ch" forName="FiveConn_3-4" refType="h" refFor="ch" refForName="FiveNodes_3" fact="0.65"/>
          <dgm:constr type="ctrY" for="ch" forName="FiveConn_3-4" refType="h" fact="0.597"/>
          <dgm:constr type="l" for="ch" forName="FiveConn_3-4" refType="l" refFor="ch" refForName="FiveNodes_3"/>
          <dgm:constr type="w" for="ch" forName="FiveConn_4-5" refType="h" refFor="ch" refForName="FiveNodes_4" fact="0.65"/>
          <dgm:constr type="h" for="ch" forName="FiveConn_4-5" refType="h" refFor="ch" refForName="FiveNodes_4" fact="0.65"/>
          <dgm:constr type="ctrY" for="ch" forName="FiveConn_4-5" refType="h" fact="0.804"/>
          <dgm:constr type="l" for="ch" forName="FiveConn_4-5" refType="l" refFor="ch" refForName="FiveNodes_4"/>
          <dgm:constr type="l" for="ch" forName="FiveNodes_1_text" refType="r" refFor="ch" refForName="FiveConn_1-2"/>
          <dgm:constr type="lOff" for="ch" forName="FiveNodes_1_text" refType="w" refFor="ch" refForName="FiveConn_1-2" fact="0.73"/>
          <dgm:constr type="t" for="ch" forName="FiveNodes_1_text" refType="t" refFor="ch" refForName="FiveNodes_1"/>
          <dgm:constr type="b" for="ch" forName="FiveNodes_1_text" refType="b" refFor="ch" refForName="FiveNodes_1"/>
          <dgm:constr type="r" for="ch" forName="FiveNodes_1_text" refType="r" refFor="ch" refForName="FiveNodes_1"/>
          <dgm:constr type="l" for="ch" forName="FiveNodes_2_text" refType="r" refFor="ch" refForName="FiveConn_1-2"/>
          <dgm:constr type="t" for="ch" forName="FiveNodes_2_text" refType="t" refFor="ch" refForName="FiveNodes_2"/>
          <dgm:constr type="b" for="ch" forName="FiveNodes_2_text" refType="b" refFor="ch" refForName="FiveNodes_2"/>
          <dgm:constr type="r" for="ch" forName="FiveNodes_2_text" refType="r" refFor="ch" refForName="FiveNodes_2"/>
          <dgm:constr type="l" for="ch" forName="FiveNodes_3_text" refType="r" refFor="ch" refForName="FiveConn_2-3"/>
          <dgm:constr type="t" for="ch" forName="FiveNodes_3_text" refType="t" refFor="ch" refForName="FiveNodes_3"/>
          <dgm:constr type="b" for="ch" forName="FiveNodes_3_text" refType="b" refFor="ch" refForName="FiveNodes_3"/>
          <dgm:constr type="r" for="ch" forName="FiveNodes_3_text" refType="r" refFor="ch" refForName="FiveNodes_3"/>
          <dgm:constr type="l" for="ch" forName="FiveNodes_4_text" refType="r" refFor="ch" refForName="FiveConn_3-4"/>
          <dgm:constr type="t" for="ch" forName="FiveNodes_4_text" refType="t" refFor="ch" refForName="FiveNodes_4"/>
          <dgm:constr type="b" for="ch" forName="FiveNodes_4_text" refType="b" refFor="ch" refForName="FiveNodes_4"/>
          <dgm:constr type="r" for="ch" forName="FiveNodes_4_text" refType="r" refFor="ch" refForName="FiveNodes_4"/>
          <dgm:constr type="l" for="ch" forName="FiveNodes_5_text" refType="r" refFor="ch" refForName="FiveConn_4-5"/>
          <dgm:constr type="t" for="ch" forName="FiveNodes_5_text" refType="t" refFor="ch" refForName="FiveNodes_5"/>
          <dgm:constr type="b" for="ch" forName="FiveNodes_5_text" refType="b" refFor="ch" refForName="FiveNodes_5"/>
          <dgm:constr type="r" for="ch" forName="FiveNodes_5_text" refType="r" refFor="ch" refForName="FiveNodes_5"/>
        </dgm:constrLst>
      </dgm:else>
    </dgm:choose>
    <dgm:ruleLst/>
    <dgm:layoutNode name="dummyMaxCanvas">
      <dgm:varLst/>
      <dgm:alg type="sp"/>
      <dgm:shape xmlns:r="http://schemas.openxmlformats.org/officeDocument/2006/relationships" r:blip="">
        <dgm:adjLst/>
      </dgm:shape>
      <dgm:presOf/>
      <dgm:constrLst/>
      <dgm:ruleLst/>
    </dgm:layoutNode>
    <dgm:choose name="Name3">
      <dgm:if name="Name4" axis="ch" ptType="node" func="cnt" op="equ" val="1">
        <dgm:layoutNode name="OneNode_1">
          <dgm:varLst>
            <dgm:bulletEnabled val="1"/>
          </dgm:varLst>
          <dgm:alg type="tx"/>
          <dgm:shape xmlns:r="http://schemas.openxmlformats.org/officeDocument/2006/relationships" type="roundRect" r:blip="">
            <dgm:adjLst>
              <dgm:adj idx="1" val="0.1"/>
            </dgm:adjLst>
          </dgm:shape>
          <dgm:presOf axis="ch desOrSelf" ptType="node node" st="1 1" cnt="1 0"/>
          <dgm:constrLst>
            <dgm:constr type="lMarg" refType="primFontSz" fact="0.3"/>
            <dgm:constr type="rMarg" refType="primFontSz" fact="0.3"/>
            <dgm:constr type="tMarg" refType="primFontSz" fact="0.3"/>
            <dgm:constr type="bMarg" refType="primFontSz" fact="0.3"/>
          </dgm:constrLst>
          <dgm:ruleLst>
            <dgm:rule type="primFontSz" val="5" fact="NaN" max="NaN"/>
          </dgm:ruleLst>
        </dgm:layoutNode>
      </dgm:if>
      <dgm:else name="Name5">
        <dgm:choose name="Name6">
          <dgm:if name="Name7" axis="ch" ptType="node" func="cnt" op="equ" val="2">
            <dgm:layoutNode name="TwoNodes_1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1 1" cnt="1 0"/>
              <dgm:constrLst/>
              <dgm:ruleLst/>
            </dgm:layoutNode>
            <dgm:layoutNode name="TwoNodes_2">
              <dgm:varLst>
                <dgm:bulletEnabled val="1"/>
              </dgm:varLst>
              <dgm:alg type="sp"/>
              <dgm:shape xmlns:r="http://schemas.openxmlformats.org/officeDocument/2006/relationships" type="roundRect" r:blip="">
                <dgm:adjLst>
                  <dgm:adj idx="1" val="0.1"/>
                </dgm:adjLst>
              </dgm:shape>
              <dgm:presOf axis="ch desOrSelf" ptType="node node" st="2 1" cnt="1 0"/>
              <dgm:constrLst/>
              <dgm:ruleLst/>
            </dgm:layoutNode>
            <dgm:layoutNode name="TwoConn_1-2" styleLbl="fgAccFollowNode1">
              <dgm:varLst>
                <dgm:bulletEnabled val="1"/>
              </dgm:varLst>
              <dgm:alg type="tx"/>
              <dgm:shape xmlns:r="http://schemas.openxmlformats.org/officeDocument/2006/relationships" type="downArrow" r:blip="">
                <dgm:adjLst>
                  <dgm:adj idx="1" val="0.55"/>
                  <dgm:adj idx="2" val="0.45"/>
                </dgm:adjLst>
              </dgm:shape>
              <dgm:presOf axis="ch" ptType="sibTrans" cnt="1"/>
              <dgm:constrLst>
                <dgm:constr type="lMarg" refType="primFontSz" fact="0.1"/>
                <dgm:constr type="rMarg" refType="primFontSz" fact="0.1"/>
                <dgm:constr type="tMarg" refType="primFontSz" fact="0.1"/>
                <dgm:constr type="bMarg" refType="primFontSz" fact="0.1"/>
              </dgm:constrLst>
              <dgm:ruleLst>
                <dgm:rule type="primFontSz" val="5" fact="NaN" max="NaN"/>
              </dgm:ruleLst>
            </dgm:layoutNode>
            <dgm:layoutNode name="TwoNodes_1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1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  <dgm:layoutNode name="TwoNodes_2_text">
              <dgm:varLst>
                <dgm:bulletEnabled val="1"/>
              </dgm:varLst>
              <dgm:alg type="tx">
                <dgm:param type="parTxLTRAlign" val="l"/>
                <dgm:param type="txAnchorVertCh" val="mid"/>
              </dgm:alg>
              <dgm:shape xmlns:r="http://schemas.openxmlformats.org/officeDocument/2006/relationships" type="roundRect" r:blip="" hideGeom="1">
                <dgm:adjLst>
                  <dgm:adj idx="1" val="0.1"/>
                </dgm:adjLst>
              </dgm:shape>
              <dgm:presOf axis="ch desOrSelf" ptType="node node" st="2 1" cnt="1 0"/>
              <dgm:constrLst>
                <dgm:constr type="lMarg" refType="primFontSz" fact="0.3"/>
                <dgm:constr type="rMarg" refType="primFontSz" fact="0.3"/>
                <dgm:constr type="tMarg" refType="primFontSz" fact="0.3"/>
                <dgm:constr type="bMarg" refType="primFontSz" fact="0.3"/>
              </dgm:constrLst>
              <dgm:ruleLst>
                <dgm:rule type="primFontSz" val="5" fact="NaN" max="NaN"/>
              </dgm:ruleLst>
            </dgm:layoutNode>
          </dgm:if>
          <dgm:else name="Name8">
            <dgm:choose name="Name9">
              <dgm:if name="Name10" axis="ch" ptType="node" func="cnt" op="equ" val="3">
                <dgm:layoutNode name="ThreeNodes_1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1 1" cnt="1 0"/>
                  <dgm:constrLst/>
                  <dgm:ruleLst/>
                </dgm:layoutNode>
                <dgm:layoutNode name="ThreeNodes_2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2 1" cnt="1 0"/>
                  <dgm:constrLst/>
                  <dgm:ruleLst/>
                </dgm:layoutNode>
                <dgm:layoutNode name="ThreeNodes_3">
                  <dgm:varLst>
                    <dgm:bulletEnabled val="1"/>
                  </dgm:varLst>
                  <dgm:alg type="sp"/>
                  <dgm:shape xmlns:r="http://schemas.openxmlformats.org/officeDocument/2006/relationships" type="roundRect" r:blip="">
                    <dgm:adjLst>
                      <dgm:adj idx="1" val="0.1"/>
                    </dgm:adjLst>
                  </dgm:shape>
                  <dgm:presOf axis="ch desOrSelf" ptType="node node" st="3 1" cnt="1 0"/>
                  <dgm:constrLst/>
                  <dgm:ruleLst/>
                </dgm:layoutNode>
                <dgm:layoutNode name="ThreeConn_1-2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Conn_2-3" styleLbl="fgAccFollowNode1">
                  <dgm:varLst>
                    <dgm:bulletEnabled val="1"/>
                  </dgm:varLst>
                  <dgm:alg type="tx"/>
                  <dgm:shape xmlns:r="http://schemas.openxmlformats.org/officeDocument/2006/relationships" type="downArrow" r:blip="">
                    <dgm:adjLst>
                      <dgm:adj idx="1" val="0.55"/>
                      <dgm:adj idx="2" val="0.45"/>
                    </dgm:adjLst>
                  </dgm:shape>
                  <dgm:presOf axis="ch" ptType="sibTrans" st="2" cnt="1"/>
                  <dgm:constrLst>
                    <dgm:constr type="lMarg" refType="primFontSz" fact="0.1"/>
                    <dgm:constr type="rMarg" refType="primFontSz" fact="0.1"/>
                    <dgm:constr type="tMarg" refType="primFontSz" fact="0.1"/>
                    <dgm:constr type="bMarg" refType="primFontSz" fact="0.1"/>
                  </dgm:constrLst>
                  <dgm:ruleLst>
                    <dgm:rule type="primFontSz" val="5" fact="NaN" max="NaN"/>
                  </dgm:ruleLst>
                </dgm:layoutNode>
                <dgm:layoutNode name="ThreeNodes_1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1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2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2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  <dgm:layoutNode name="ThreeNodes_3_text">
                  <dgm:varLst>
                    <dgm:bulletEnabled val="1"/>
                  </dgm:varLst>
                  <dgm:alg type="tx">
                    <dgm:param type="parTxLTRAlign" val="l"/>
                    <dgm:param type="txAnchorVertCh" val="mid"/>
                  </dgm:alg>
                  <dgm:shape xmlns:r="http://schemas.openxmlformats.org/officeDocument/2006/relationships" type="roundRect" r:blip="" hideGeom="1">
                    <dgm:adjLst>
                      <dgm:adj idx="1" val="0.1"/>
                    </dgm:adjLst>
                  </dgm:shape>
                  <dgm:presOf axis="ch desOrSelf" ptType="node node" st="3 1" cnt="1 0"/>
                  <dgm:constrLst>
                    <dgm:constr type="lMarg" refType="primFontSz" fact="0.3"/>
                    <dgm:constr type="rMarg" refType="primFontSz" fact="0.3"/>
                    <dgm:constr type="tMarg" refType="primFontSz" fact="0.3"/>
                    <dgm:constr type="bMarg" refType="primFontSz" fact="0.3"/>
                  </dgm:constrLst>
                  <dgm:ruleLst>
                    <dgm:rule type="primFontSz" val="5" fact="NaN" max="NaN"/>
                  </dgm:ruleLst>
                </dgm:layoutNode>
              </dgm:if>
              <dgm:else name="Name11">
                <dgm:choose name="Name12">
                  <dgm:if name="Name13" axis="ch" ptType="node" func="cnt" op="equ" val="4">
                    <dgm:layoutNode name="FourNodes_1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/>
                      <dgm:ruleLst/>
                    </dgm:layoutNode>
                    <dgm:layoutNode name="FourNodes_2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/>
                      <dgm:ruleLst/>
                    </dgm:layoutNode>
                    <dgm:layoutNode name="FourNodes_3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/>
                      <dgm:ruleLst/>
                    </dgm:layoutNode>
                    <dgm:layoutNode name="FourNodes_4">
                      <dgm:varLst>
                        <dgm:bulletEnabled val="1"/>
                      </dgm:varLst>
                      <dgm:alg type="sp"/>
                      <dgm:shape xmlns:r="http://schemas.openxmlformats.org/officeDocument/2006/relationships" type="roundRect" r:blip="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/>
                      <dgm:ruleLst/>
                    </dgm:layoutNode>
                    <dgm:layoutNode name="FourConn_1-2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2-3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2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Conn_3-4" styleLbl="fgAccFollowNode1">
                      <dgm:varLst>
                        <dgm:bulletEnabled val="1"/>
                      </dgm:varLst>
                      <dgm:alg type="tx"/>
                      <dgm:shape xmlns:r="http://schemas.openxmlformats.org/officeDocument/2006/relationships" type="downArrow" r:blip="">
                        <dgm:adjLst>
                          <dgm:adj idx="1" val="0.55"/>
                          <dgm:adj idx="2" val="0.45"/>
                        </dgm:adjLst>
                      </dgm:shape>
                      <dgm:presOf axis="ch" ptType="sibTrans" st="3" cnt="1"/>
                      <dgm:constrLst>
                        <dgm:constr type="lMarg" refType="primFontSz" fact="0.1"/>
                        <dgm:constr type="rMarg" refType="primFontSz" fact="0.1"/>
                        <dgm:constr type="tMarg" refType="primFontSz" fact="0.1"/>
                        <dgm:constr type="bMarg" refType="primFontSz" fact="0.1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1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1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2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2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3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3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  <dgm:layoutNode name="FourNodes_4_text">
                      <dgm:varLst>
                        <dgm:bulletEnabled val="1"/>
                      </dgm:varLst>
                      <dgm:alg type="tx">
                        <dgm:param type="parTxLTRAlign" val="l"/>
                        <dgm:param type="txAnchorVertCh" val="mid"/>
                      </dgm:alg>
                      <dgm:shape xmlns:r="http://schemas.openxmlformats.org/officeDocument/2006/relationships" type="roundRect" r:blip="" hideGeom="1">
                        <dgm:adjLst>
                          <dgm:adj idx="1" val="0.1"/>
                        </dgm:adjLst>
                      </dgm:shape>
                      <dgm:presOf axis="ch desOrSelf" ptType="node node" st="4 1" cnt="1 0"/>
                      <dgm:constrLst>
                        <dgm:constr type="lMarg" refType="primFontSz" fact="0.3"/>
                        <dgm:constr type="rMarg" refType="primFontSz" fact="0.3"/>
                        <dgm:constr type="tMarg" refType="primFontSz" fact="0.3"/>
                        <dgm:constr type="bMarg" refType="primFontSz" fact="0.3"/>
                      </dgm:constrLst>
                      <dgm:ruleLst>
                        <dgm:rule type="primFontSz" val="5" fact="NaN" max="NaN"/>
                      </dgm:ruleLst>
                    </dgm:layoutNode>
                  </dgm:if>
                  <dgm:else name="Name14">
                    <dgm:choose name="Name15">
                      <dgm:if name="Name16" axis="ch" ptType="node" func="cnt" op="gte" val="5">
                        <dgm:layoutNode name="FiveNodes_1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/>
                          <dgm:ruleLst/>
                        </dgm:layoutNode>
                        <dgm:layoutNode name="FiveNodes_2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/>
                          <dgm:ruleLst/>
                        </dgm:layoutNode>
                        <dgm:layoutNode name="FiveNodes_3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/>
                          <dgm:ruleLst/>
                        </dgm:layoutNode>
                        <dgm:layoutNode name="FiveNodes_4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/>
                          <dgm:ruleLst/>
                        </dgm:layoutNode>
                        <dgm:layoutNode name="FiveNodes_5">
                          <dgm:varLst>
                            <dgm:bulletEnabled val="1"/>
                          </dgm:varLst>
                          <dgm:alg type="sp"/>
                          <dgm:shape xmlns:r="http://schemas.openxmlformats.org/officeDocument/2006/relationships" type="roundRect" r:blip="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/>
                          <dgm:ruleLst/>
                        </dgm:layoutNode>
                        <dgm:layoutNode name="FiveConn_1-2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2-3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2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3-4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3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Conn_4-5" styleLbl="fgAccFollowNode1">
                          <dgm:varLst>
                            <dgm:bulletEnabled val="1"/>
                          </dgm:varLst>
                          <dgm:alg type="tx"/>
                          <dgm:shape xmlns:r="http://schemas.openxmlformats.org/officeDocument/2006/relationships" type="downArrow" r:blip="">
                            <dgm:adjLst>
                              <dgm:adj idx="1" val="0.55"/>
                              <dgm:adj idx="2" val="0.45"/>
                            </dgm:adjLst>
                          </dgm:shape>
                          <dgm:presOf axis="ch" ptType="sibTrans" st="4" cnt="1"/>
                          <dgm:constrLst>
                            <dgm:constr type="lMarg" refType="primFontSz" fact="0.1"/>
                            <dgm:constr type="rMarg" refType="primFontSz" fact="0.1"/>
                            <dgm:constr type="tMarg" refType="primFontSz" fact="0.1"/>
                            <dgm:constr type="bMarg" refType="primFontSz" fact="0.1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1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1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2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2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3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3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4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4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  <dgm:layoutNode name="FiveNodes_5_text">
                          <dgm:varLst>
                            <dgm:bulletEnabled val="1"/>
                          </dgm:varLst>
                          <dgm:alg type="tx">
                            <dgm:param type="parTxLTRAlign" val="l"/>
                            <dgm:param type="txAnchorVertCh" val="mid"/>
                          </dgm:alg>
                          <dgm:shape xmlns:r="http://schemas.openxmlformats.org/officeDocument/2006/relationships" type="roundRect" r:blip="" hideGeom="1">
                            <dgm:adjLst>
                              <dgm:adj idx="1" val="0.1"/>
                            </dgm:adjLst>
                          </dgm:shape>
                          <dgm:presOf axis="ch desOrSelf" ptType="node node" st="5 1" cnt="1 0"/>
                          <dgm:constrLst>
                            <dgm:constr type="lMarg" refType="primFontSz" fact="0.3"/>
                            <dgm:constr type="rMarg" refType="primFontSz" fact="0.3"/>
                            <dgm:constr type="tMarg" refType="primFontSz" fact="0.3"/>
                            <dgm:constr type="bMarg" refType="primFontSz" fact="0.3"/>
                          </dgm:constrLst>
                          <dgm:ruleLst>
                            <dgm:rule type="primFontSz" val="5" fact="NaN" max="NaN"/>
                          </dgm:ruleLst>
                        </dgm:layoutNode>
                      </dgm:if>
                      <dgm:else name="Name17"/>
                    </dgm:choose>
                  </dgm:else>
                </dgm:choose>
              </dgm:else>
            </dgm:choose>
          </dgm:else>
        </dgm:choose>
      </dgm:else>
    </dgm:choose>
  </dgm:layoutNode>
</dgm:layoutDef>
</file>

<file path=ppt/diagrams/layout3.xml><?xml version="1.0" encoding="utf-8"?>
<dgm:layoutDef xmlns:dgm="http://schemas.openxmlformats.org/drawingml/2006/diagram" xmlns:a="http://schemas.openxmlformats.org/drawingml/2006/main" uniqueId="urn:microsoft.com/office/officeart/2005/8/layout/vList2">
  <dgm:title val=""/>
  <dgm:desc val=""/>
  <dgm:catLst>
    <dgm:cat type="list" pri="3000"/>
    <dgm:cat type="convert" pri="1000"/>
  </dgm:catLst>
  <dgm:sampData>
    <dgm:dataModel>
      <dgm:ptLst>
        <dgm:pt modelId="0" type="doc"/>
        <dgm:pt modelId="1">
          <dgm:prSet phldr="1"/>
        </dgm:pt>
        <dgm:pt modelId="11">
          <dgm:prSet phldr="1"/>
        </dgm:pt>
        <dgm:pt modelId="2">
          <dgm:prSet phldr="1"/>
        </dgm:pt>
        <dgm:pt modelId="21">
          <dgm:prSet phldr="1"/>
        </dgm:pt>
      </dgm:ptLst>
      <dgm:cxnLst>
        <dgm:cxn modelId="4" srcId="0" destId="1" srcOrd="0" destOrd="0"/>
        <dgm:cxn modelId="5" srcId="0" destId="2" srcOrd="1" destOrd="0"/>
        <dgm:cxn modelId="12" srcId="1" destId="11" srcOrd="0" destOrd="0"/>
        <dgm:cxn modelId="23" srcId="2" destId="21" srcOrd="0" destOrd="0"/>
      </dgm:cxnLst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">
    <dgm:varLst>
      <dgm:animLvl val="lvl"/>
      <dgm:resizeHandles val="exact"/>
    </dgm:varLst>
    <dgm:alg type="lin">
      <dgm:param type="linDir" val="fromT"/>
      <dgm:param type="vertAlign" val="mid"/>
    </dgm:alg>
    <dgm:shape xmlns:r="http://schemas.openxmlformats.org/officeDocument/2006/relationships" r:blip="">
      <dgm:adjLst/>
    </dgm:shape>
    <dgm:presOf/>
    <dgm:constrLst>
      <dgm:constr type="w" for="ch" forName="parentText" refType="w"/>
      <dgm:constr type="h" for="ch" forName="parentText" refType="primFontSz" refFor="ch" refForName="parentText" fact="0.52"/>
      <dgm:constr type="w" for="ch" forName="childText" refType="w"/>
      <dgm:constr type="h" for="ch" forName="childText" refType="primFontSz" refFor="ch" refForName="parentText" fact="0.46"/>
      <dgm:constr type="h" for="ch" forName="parentText" op="equ"/>
      <dgm:constr type="primFontSz" for="ch" forName="parentText" op="equ" val="65"/>
      <dgm:constr type="primFontSz" for="ch" forName="childText" refType="primFontSz" refFor="ch" refForName="parentText" op="equ"/>
      <dgm:constr type="h" for="ch" forName="spacer" refType="primFontSz" refFor="ch" refForName="parentText" fact="0.08"/>
    </dgm:constrLst>
    <dgm:ruleLst>
      <dgm:rule type="primFontSz" for="ch" forName="parentText" val="5" fact="NaN" max="NaN"/>
    </dgm:ruleLst>
    <dgm:forEach name="Name0" axis="ch" ptType="node">
      <dgm:layoutNode name="parentText" styleLbl="node1">
        <dgm:varLst>
          <dgm:chMax val="0"/>
          <dgm:bulletEnabled val="1"/>
        </dgm:varLst>
        <dgm:alg type="tx">
          <dgm:param type="parTxLTRAlign" val="l"/>
          <dgm:param type="parTxRTLAlign" val="r"/>
        </dgm:alg>
        <dgm:shape xmlns:r="http://schemas.openxmlformats.org/officeDocument/2006/relationships" type="roundRect" r:blip="">
          <dgm:adjLst/>
        </dgm:shape>
        <dgm:presOf axis="self"/>
        <dgm:constrLst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h" val="INF" fact="NaN" max="NaN"/>
        </dgm:ruleLst>
      </dgm:layoutNode>
      <dgm:choose name="Name1">
        <dgm:if name="Name2" axis="ch" ptType="node" func="cnt" op="gte" val="1">
          <dgm:layoutNode name="childText" styleLbl="revTx">
            <dgm:varLst>
              <dgm:bulletEnabled val="1"/>
            </dgm:varLst>
            <dgm:alg type="tx">
              <dgm:param type="stBulletLvl" val="1"/>
              <dgm:param type="lnSpAfChP" val="20"/>
            </dgm:alg>
            <dgm:shape xmlns:r="http://schemas.openxmlformats.org/officeDocument/2006/relationships" type="rect" r:blip="">
              <dgm:adjLst/>
            </dgm:shape>
            <dgm:presOf axis="des" ptType="node"/>
            <dgm:constrLst>
              <dgm:constr type="tMarg" refType="primFontSz" fact="0.1"/>
              <dgm:constr type="bMarg" refType="primFontSz" fact="0.1"/>
              <dgm:constr type="lMarg" refType="w" fact="0.09"/>
            </dgm:constrLst>
            <dgm:ruleLst>
              <dgm:rule type="h" val="INF" fact="NaN" max="NaN"/>
            </dgm:ruleLst>
          </dgm:layoutNode>
        </dgm:if>
        <dgm:else name="Name3">
          <dgm:choose name="Name4">
            <dgm:if name="Name5" axis="par ch" ptType="doc node" func="cnt" op="gte" val="2">
              <dgm:forEach name="Name6" axis="followSib" ptType="sibTrans" cnt="1">
                <dgm:layoutNode name="spacer">
                  <dgm:alg type="sp"/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</dgm:layoutNode>
              </dgm:forEach>
            </dgm:if>
            <dgm:else name="Name7"/>
          </dgm:choose>
        </dgm:else>
      </dgm:choose>
    </dgm:forEach>
  </dgm:layoutNode>
</dgm:layoutDef>
</file>

<file path=ppt/diagrams/layout4.xml><?xml version="1.0" encoding="utf-8"?>
<dgm:layoutDef xmlns:dgm="http://schemas.openxmlformats.org/drawingml/2006/diagram" xmlns:a="http://schemas.openxmlformats.org/drawingml/2006/main" uniqueId="urn:microsoft.com/office/officeart/2018/2/layout/IconCircleList">
  <dgm:title val="Icon Circle List"/>
  <dgm:desc val="Use to show non-sequential or grouped chunks of information accompanied by related visuals. Circular shapes can hold an icon or small picture and corresponding text box shows Level 1 text. Works best for icons or small pictures with medium-length descriptions."/>
  <dgm:catLst>
    <dgm:cat type="icon" pri="500"/>
  </dgm:catLst>
  <dgm:sampData useDef="1">
    <dgm:dataModel>
      <dgm:ptLst/>
      <dgm:bg/>
      <dgm:whole/>
    </dgm:dataModel>
  </dgm:sampData>
  <dgm:styleData useDef="1">
    <dgm:dataModel>
      <dgm:ptLst/>
      <dgm:bg/>
      <dgm:whole/>
    </dgm:dataModel>
  </dgm:styleData>
  <dgm:clrData useDef="1">
    <dgm:dataModel>
      <dgm:ptLst/>
      <dgm:bg/>
      <dgm:whole/>
    </dgm:dataModel>
  </dgm:clrData>
  <dgm:layoutNode name="root">
    <dgm:varLst>
      <dgm:dir/>
      <dgm:resizeHandles val="exact"/>
    </dgm:varLst>
    <dgm:alg type="sp"/>
    <dgm:shape xmlns:r="http://schemas.openxmlformats.org/officeDocument/2006/relationships" r:blip="">
      <dgm:adjLst/>
    </dgm:shape>
    <dgm:presOf/>
    <dgm:choose name="Name0">
      <dgm:if name="Name1" axis="ch" ptType="node" func="cnt" op="lte" val="3">
        <dgm:constrLst>
          <dgm:constr type="w" for="ch" forName="container" refType="w"/>
          <dgm:constr type="h" for="ch" forName="container" refType="h" fact="0.4"/>
        </dgm:constrLst>
      </dgm:if>
      <dgm:else name="Name2">
        <dgm:constrLst>
          <dgm:constr type="w" for="ch" forName="container" refType="w"/>
          <dgm:constr type="h" for="ch" forName="container" refType="h"/>
        </dgm:constrLst>
      </dgm:else>
    </dgm:choose>
    <dgm:ruleLst>
      <dgm:rule type="h" for="ch" forName="container" val="INF" fact="NaN" max="NaN"/>
    </dgm:ruleLst>
    <dgm:layoutNode name="container">
      <dgm:varLst>
        <dgm:dir/>
        <dgm:resizeHandles val="exact"/>
      </dgm:varLst>
      <dgm:choose name="Name3">
        <dgm:if name="Name4" axis="self" func="var" arg="dir" op="equ" val="norm">
          <dgm:alg type="snake">
            <dgm:param type="grDir" val="tL"/>
            <dgm:param type="flowDir" val="row"/>
            <dgm:param type="contDir" val="sameDir"/>
          </dgm:alg>
        </dgm:if>
        <dgm:else name="Name5">
          <dgm:alg type="snake">
            <dgm:param type="grDir" val="tR"/>
            <dgm:param type="flowDir" val="row"/>
            <dgm:param type="contDir" val="sameDir"/>
          </dgm:alg>
        </dgm:else>
      </dgm:choose>
      <dgm:shape xmlns:r="http://schemas.openxmlformats.org/officeDocument/2006/relationships" r:blip="">
        <dgm:adjLst/>
      </dgm:shape>
      <dgm:presOf/>
      <dgm:constrLst>
        <dgm:constr type="w" for="ch" forName="compNode" refType="w"/>
        <dgm:constr type="h" for="ch" forName="compNode" refType="w" fact="0.28"/>
        <dgm:constr type="w" for="ch" forName="sibTrans" refType="w" refFor="ch" refForName="compNode" fact="0.115"/>
        <dgm:constr type="sp" refType="h" op="equ" fact="0.17"/>
        <dgm:constr type="primFontSz" for="des" ptType="node" op="equ" val="24"/>
        <dgm:constr type="h" for="des" forName="compNode" op="equ"/>
        <dgm:constr type="h" for="des" forName="iconBgRect" op="equ"/>
      </dgm:constrLst>
      <dgm:ruleLst>
        <dgm:rule type="w" for="ch" forName="compNode" val="60" fact="NaN" max="NaN"/>
      </dgm:ruleLst>
      <dgm:forEach name="Name6" axis="ch" ptType="node">
        <dgm:layoutNode name="compNode">
          <dgm:alg type="composite"/>
          <dgm:shape xmlns:r="http://schemas.openxmlformats.org/officeDocument/2006/relationships" r:blip="">
            <dgm:adjLst/>
          </dgm:shape>
          <dgm:presOf axis="self"/>
          <dgm:constrLst>
            <dgm:constr type="w" for="ch" forName="iconBgRect" refType="w" fact="0.28"/>
            <dgm:constr type="h" for="ch" forName="iconBgRect" refType="w" refFor="ch" refForName="iconBgRect"/>
            <dgm:constr type="t" for="ch" forName="iconBgRect"/>
            <dgm:constr type="l" for="ch" forName="iconBgRect"/>
            <dgm:constr type="w" for="ch" forName="iconRect" refType="w" refFor="ch" refForName="iconBgRect" fact="0.58"/>
            <dgm:constr type="h" for="ch" forName="iconRect" refType="w" refFor="ch" refForName="iconRect"/>
            <dgm:constr type="ctrX" for="ch" forName="iconRect" refType="ctrX" refFor="ch" refForName="iconBgRect"/>
            <dgm:constr type="ctrY" for="ch" forName="iconRect" refType="ctrY" refFor="ch" refForName="iconBgRect"/>
            <dgm:constr type="w" for="ch" forName="spaceRect" refType="w" fact="0.06"/>
            <dgm:constr type="h" for="ch" forName="spaceRect" refType="h" refFor="ch" refForName="iconBgRect"/>
            <dgm:constr type="t" for="ch" forName="spaceRect" refType="t" refFor="ch" refForName="iconBgRect"/>
            <dgm:constr type="l" for="ch" forName="spaceRect" refType="r" refFor="ch" refForName="iconBgRect"/>
            <dgm:constr type="h" for="ch" forName="textRect" refType="h" refFor="ch" refForName="iconBgRect"/>
            <dgm:constr type="t" for="ch" forName="textRect" refType="t" refFor="ch" refForName="iconBgRect"/>
            <dgm:constr type="l" for="ch" forName="textRect" refType="r" refFor="ch" refForName="spaceRect"/>
          </dgm:constrLst>
          <dgm:ruleLst/>
          <dgm:layoutNode name="iconBgRect" styleLbl="bgShp">
            <dgm:alg type="sp"/>
            <dgm:shape xmlns:r="http://schemas.openxmlformats.org/officeDocument/2006/relationships" type="ellipse" r:blip="">
              <dgm:adjLst/>
            </dgm:shape>
            <dgm:presOf/>
            <dgm:constrLst/>
            <dgm:ruleLst/>
          </dgm:layoutNode>
          <dgm:layoutNode name="iconRect" styleLbl="node1">
            <dgm:alg type="sp"/>
            <dgm:shape xmlns:r="http://schemas.openxmlformats.org/officeDocument/2006/relationships" type="rect" r:blip="" blipPhldr="1">
              <dgm:adjLst/>
            </dgm:shape>
            <dgm:presOf/>
            <dgm:constrLst/>
            <dgm:ruleLst/>
          </dgm:layoutNode>
          <dgm:layoutNode name="spaceRect">
            <dgm:alg type="sp"/>
            <dgm:shape xmlns:r="http://schemas.openxmlformats.org/officeDocument/2006/relationships" r:blip="">
              <dgm:adjLst/>
            </dgm:shape>
            <dgm:presOf/>
            <dgm:constrLst/>
            <dgm:ruleLst/>
          </dgm:layoutNode>
          <dgm:layoutNode name="textRect" styleLbl="revTx">
            <dgm:varLst>
              <dgm:chMax val="1"/>
              <dgm:chPref val="1"/>
            </dgm:varLst>
            <dgm:choose name="Name7">
              <dgm:if name="Name8" func="var" arg="dir" op="equ" val="norm">
                <dgm:alg type="tx">
                  <dgm:param type="txAnchorVert" val="mid"/>
                  <dgm:param type="parTxLTRAlign" val="l"/>
                  <dgm:param type="shpTxLTRAlignCh" val="l"/>
                  <dgm:param type="parTxRTLAlign" val="l"/>
                  <dgm:param type="shpTxRTLAlignCh" val="l"/>
                </dgm:alg>
              </dgm:if>
              <dgm:else name="Name9">
                <dgm:alg type="tx">
                  <dgm:param type="txAnchorVert" val="mid"/>
                  <dgm:param type="parTxLTRAlign" val="r"/>
                  <dgm:param type="shpTxLTRAlignCh" val="r"/>
                  <dgm:param type="parTxRTLAlign" val="r"/>
                  <dgm:param type="shpTxRTLAlignCh" val="r"/>
                </dgm:alg>
              </dgm:else>
            </dgm:choose>
            <dgm:shape xmlns:r="http://schemas.openxmlformats.org/officeDocument/2006/relationships" type="rect" r:blip="">
              <dgm:adjLst/>
            </dgm:shape>
            <dgm:presOf axis="self" ptType="node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11" fact="NaN" max="NaN"/>
            </dgm:ruleLst>
          </dgm:layoutNode>
        </dgm:layoutNode>
        <dgm:forEach name="Name10" axis="followSib" ptType="sibTrans" cnt="1">
          <dgm:layoutNode name="sibTrans">
            <dgm:alg type="sp"/>
            <dgm:shape xmlns:r="http://schemas.openxmlformats.org/officeDocument/2006/relationships" type="rect" r:blip="" hideGeom="1">
              <dgm:adjLst/>
            </dgm:shape>
            <dgm:presOf axis="self"/>
            <dgm:constrLst/>
            <dgm:ruleLst/>
          </dgm:layoutNode>
        </dgm:forEach>
      </dgm:forEach>
    </dgm:layoutNode>
  </dgm:layoutNode>
  <dgm:extLst>
    <a:ext uri="{68A01E43-0DF5-4B5B-8FA6-DAF915123BFB}">
      <dgm1612:lstStyle xmlns:dgm1612="http://schemas.microsoft.com/office/drawing/2016/12/diagram">
        <a:lvl1pPr>
          <a:lnSpc>
            <a:spcPct val="100000"/>
          </a:lnSpc>
        </a:lvl1pPr>
      </dgm1612:lstStyle>
    </a:ext>
  </dgm:extLst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3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4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08F6756E-81DA-9FAC-70D8-556F658BDDA8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1EBEDD12-BCD5-485B-BCBC-34BB01D7923C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771D415-D05A-7067-CCD3-457153D96CD8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2C230DF-5933-439D-898F-38E9AC9BA688}" type="slidenum">
              <a:rPr lang="en-US" smtClean="0"/>
              <a:t>‹#›</a:t>
            </a:fld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97095E3-54D2-CFD2-4F49-7536FC8641DE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8" name="Header Placeholder 7">
            <a:extLst>
              <a:ext uri="{FF2B5EF4-FFF2-40B4-BE49-F238E27FC236}">
                <a16:creationId xmlns:a16="http://schemas.microsoft.com/office/drawing/2014/main" id="{521EE01A-C0B5-5ECF-96DD-768F86AA15C4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53228447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EE7A52F-9D89-7442-A8E9-48D1527B5F6B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89C7E07-3C67-C64C-8DA0-0404F630397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325283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Espace réservé de l'image des diapositives 1"/>
          <p:cNvSpPr>
            <a:spLocks noGrp="1" noRot="1" noChangeAspect="1"/>
          </p:cNvSpPr>
          <p:nvPr>
            <p:ph type="sldImg"/>
          </p:nvPr>
        </p:nvSpPr>
        <p:spPr>
          <a:xfrm>
            <a:off x="398463" y="696913"/>
            <a:ext cx="6188075" cy="3481387"/>
          </a:xfrm>
        </p:spPr>
      </p:sp>
      <p:sp>
        <p:nvSpPr>
          <p:cNvPr id="3" name="Espace réservé des commentaires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L="0" marR="0" indent="0" algn="l" defTabSz="914400" rtl="0" eaLnBrk="0" fontAlgn="base" latinLnBrk="0" hangingPunct="0">
              <a:lnSpc>
                <a:spcPct val="100000"/>
              </a:lnSpc>
              <a:spcBef>
                <a:spcPct val="3000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endParaRPr lang="en-US" noProof="0"/>
          </a:p>
        </p:txBody>
      </p:sp>
      <p:sp>
        <p:nvSpPr>
          <p:cNvPr id="4" name="Espace réservé de la date 3"/>
          <p:cNvSpPr>
            <a:spLocks noGrp="1"/>
          </p:cNvSpPr>
          <p:nvPr>
            <p:ph type="dt" idx="10"/>
          </p:nvPr>
        </p:nvSpPr>
        <p:spPr/>
        <p:txBody>
          <a:bodyPr/>
          <a:lstStyle/>
          <a:p>
            <a:pPr marL="0" marR="0" lvl="0" indent="0" algn="r" defTabSz="8156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CONFIDENTIALITY LEVEL</a:t>
            </a:r>
          </a:p>
        </p:txBody>
      </p:sp>
      <p:sp>
        <p:nvSpPr>
          <p:cNvPr id="5" name="Espace réservé du pied de page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pPr marL="0" marR="0" lvl="0" indent="0" algn="l" defTabSz="8156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kumimoji="0" lang="fr-FR" sz="1200" b="0" i="0" u="none" strike="noStrike" kern="1200" cap="none" spc="0" normalizeH="0" baseline="0" noProof="0" err="1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Title</a:t>
            </a:r>
            <a:r>
              <a:rPr kumimoji="0" lang="fr-FR" sz="12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t> of the presentation</a:t>
            </a:r>
          </a:p>
        </p:txBody>
      </p:sp>
      <p:sp>
        <p:nvSpPr>
          <p:cNvPr id="6" name="Espace réservé du numéro de diapositive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pPr marL="0" marR="0" lvl="0" indent="0" algn="r" defTabSz="815680" rtl="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fld id="{930332B2-55D9-421F-A138-9E18F33D61D4}" type="slidenum">
              <a:rPr kumimoji="0" lang="fr-FR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itchFamily="34" charset="0"/>
                <a:ea typeface="+mn-ea"/>
                <a:cs typeface="Arial" charset="0"/>
              </a:rPr>
              <a:pPr marL="0" marR="0" lvl="0" indent="0" algn="r" defTabSz="815680" rtl="0" eaLnBrk="1" fontAlgn="base" latinLnBrk="0" hangingPunct="1">
                <a:lnSpc>
                  <a:spcPct val="100000"/>
                </a:lnSpc>
                <a:spcBef>
                  <a:spcPct val="0"/>
                </a:spcBef>
                <a:spcAft>
                  <a:spcPct val="0"/>
                </a:spcAft>
                <a:buClrTx/>
                <a:buSzTx/>
                <a:buFontTx/>
                <a:buNone/>
                <a:tabLst/>
                <a:defRPr/>
              </a:pPr>
              <a:t>1</a:t>
            </a:fld>
            <a:endParaRPr kumimoji="0" lang="fr-FR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itchFamily="34" charset="0"/>
              <a:ea typeface="+mn-ea"/>
              <a:cs typeface="Arial" charset="0"/>
            </a:endParaRPr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A89C7E07-3C67-C64C-8DA0-0404F630397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13416817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emf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emf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5.pn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3" Type="http://schemas.openxmlformats.org/officeDocument/2006/relationships/slideMaster" Target="../slideMasters/slideMaster1.xml"/><Relationship Id="rId2" Type="http://schemas.openxmlformats.org/officeDocument/2006/relationships/tags" Target="../tags/tag2.xml"/><Relationship Id="rId1" Type="http://schemas.openxmlformats.org/officeDocument/2006/relationships/tags" Target="../tags/tag1.xml"/><Relationship Id="rId5" Type="http://schemas.openxmlformats.org/officeDocument/2006/relationships/image" Target="../media/image6.emf"/><Relationship Id="rId4" Type="http://schemas.openxmlformats.org/officeDocument/2006/relationships/oleObject" Target="../embeddings/oleObject1.bin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bk object 16"/>
          <p:cNvSpPr>
            <a:spLocks/>
          </p:cNvSpPr>
          <p:nvPr userDrawn="1"/>
        </p:nvSpPr>
        <p:spPr bwMode="auto">
          <a:xfrm>
            <a:off x="0" y="1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fr-FR" sz="2400">
              <a:latin typeface="+mj-lt"/>
            </a:endParaRPr>
          </a:p>
        </p:txBody>
      </p:sp>
      <p:pic>
        <p:nvPicPr>
          <p:cNvPr id="2" name="Picture 2"/>
          <p:cNvPicPr>
            <a:picLocks noChangeAspect="1" noChangeArrowheads="1"/>
          </p:cNvPicPr>
          <p:nvPr userDrawn="1"/>
        </p:nvPicPr>
        <p:blipFill rotWithShape="1"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0125" b="25087"/>
          <a:stretch/>
        </p:blipFill>
        <p:spPr bwMode="auto">
          <a:xfrm>
            <a:off x="0" y="1730600"/>
            <a:ext cx="6096000" cy="51274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Titre 11"/>
          <p:cNvSpPr>
            <a:spLocks noGrp="1"/>
          </p:cNvSpPr>
          <p:nvPr>
            <p:ph type="title" hasCustomPrompt="1"/>
          </p:nvPr>
        </p:nvSpPr>
        <p:spPr>
          <a:xfrm>
            <a:off x="1829574" y="2566928"/>
            <a:ext cx="10201561" cy="2982848"/>
          </a:xfrm>
          <a:prstGeom prst="rect">
            <a:avLst/>
          </a:prstGeom>
        </p:spPr>
        <p:txBody>
          <a:bodyPr lIns="81628" tIns="40814" rIns="81628" bIns="40814"/>
          <a:lstStyle>
            <a:lvl1pPr marL="0" indent="1383113" algn="l">
              <a:defRPr sz="6667" b="1">
                <a:solidFill>
                  <a:schemeClr val="bg1"/>
                </a:solidFill>
                <a:latin typeface="Source Sans Pro" pitchFamily="34" charset="0"/>
              </a:defRPr>
            </a:lvl1pPr>
          </a:lstStyle>
          <a:p>
            <a:r>
              <a:rPr lang="en-US" noProof="0"/>
              <a:t>Insert title of the       presentation in bold here</a:t>
            </a:r>
          </a:p>
        </p:txBody>
      </p:sp>
      <p:sp>
        <p:nvSpPr>
          <p:cNvPr id="14" name="Sous-titre 2"/>
          <p:cNvSpPr>
            <a:spLocks noGrp="1"/>
          </p:cNvSpPr>
          <p:nvPr>
            <p:ph type="subTitle" idx="1" hasCustomPrompt="1"/>
          </p:nvPr>
        </p:nvSpPr>
        <p:spPr>
          <a:xfrm>
            <a:off x="8344919" y="6361635"/>
            <a:ext cx="3595200" cy="322427"/>
          </a:xfrm>
          <a:prstGeom prst="rect">
            <a:avLst/>
          </a:prstGeom>
        </p:spPr>
        <p:txBody>
          <a:bodyPr wrap="square" lIns="81628" tIns="40814" rIns="81628" bIns="40814" anchor="ctr">
            <a:spAutoFit/>
          </a:bodyPr>
          <a:lstStyle>
            <a:lvl1pPr marL="0" indent="0" algn="r">
              <a:lnSpc>
                <a:spcPct val="90000"/>
              </a:lnSpc>
              <a:buNone/>
              <a:defRPr sz="1733" b="0">
                <a:solidFill>
                  <a:schemeClr val="bg1"/>
                </a:solidFill>
              </a:defRPr>
            </a:lvl1pPr>
            <a:lvl2pPr marL="408132" indent="0" algn="ctr">
              <a:buNone/>
              <a:defRPr sz="1733"/>
            </a:lvl2pPr>
            <a:lvl3pPr marL="816264" indent="0" algn="ctr">
              <a:buNone/>
              <a:defRPr sz="1600"/>
            </a:lvl3pPr>
            <a:lvl4pPr marL="1224396" indent="0" algn="ctr">
              <a:buNone/>
              <a:defRPr sz="1467"/>
            </a:lvl4pPr>
            <a:lvl5pPr marL="1632529" indent="0" algn="ctr">
              <a:buNone/>
              <a:defRPr sz="1467"/>
            </a:lvl5pPr>
            <a:lvl6pPr marL="2040661" indent="0" algn="ctr">
              <a:buNone/>
              <a:defRPr sz="1467"/>
            </a:lvl6pPr>
            <a:lvl7pPr marL="2448792" indent="0" algn="ctr">
              <a:buNone/>
              <a:defRPr sz="1467"/>
            </a:lvl7pPr>
            <a:lvl8pPr marL="2856925" indent="0" algn="ctr">
              <a:buNone/>
              <a:defRPr sz="1467"/>
            </a:lvl8pPr>
            <a:lvl9pPr marL="3265056" indent="0" algn="ctr">
              <a:buNone/>
              <a:defRPr sz="1467"/>
            </a:lvl9pPr>
          </a:lstStyle>
          <a:p>
            <a:r>
              <a:rPr lang="en-US" noProof="0"/>
              <a:t>Date - Place</a:t>
            </a:r>
          </a:p>
        </p:txBody>
      </p:sp>
      <p:sp>
        <p:nvSpPr>
          <p:cNvPr id="11" name="Espace réservé du contenu 10"/>
          <p:cNvSpPr>
            <a:spLocks noGrp="1"/>
          </p:cNvSpPr>
          <p:nvPr>
            <p:ph sz="quarter" idx="12" hasCustomPrompt="1"/>
          </p:nvPr>
        </p:nvSpPr>
        <p:spPr>
          <a:xfrm>
            <a:off x="8344919" y="6013451"/>
            <a:ext cx="3595200" cy="352800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r">
              <a:buNone/>
              <a:defRPr sz="1733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Speaker/Team/Other</a:t>
            </a:r>
          </a:p>
        </p:txBody>
      </p:sp>
      <p:pic>
        <p:nvPicPr>
          <p:cNvPr id="1026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338667" y="353484"/>
            <a:ext cx="696000" cy="69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251252554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white Chapter opening pag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2"/>
          <p:cNvPicPr>
            <a:picLocks noChangeAspect="1" noChangeArrowheads="1"/>
          </p:cNvPicPr>
          <p:nvPr userDrawn="1"/>
        </p:nvPicPr>
        <p:blipFill>
          <a:blip r:embed="rId2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338667" y="353484"/>
            <a:ext cx="696000" cy="696000"/>
          </a:xfrm>
          <a:prstGeom prst="rect">
            <a:avLst/>
          </a:prstGeom>
          <a:noFill/>
        </p:spPr>
      </p:pic>
      <p:sp>
        <p:nvSpPr>
          <p:cNvPr id="6" name="Espace réservé du contenu 12"/>
          <p:cNvSpPr>
            <a:spLocks noGrp="1"/>
          </p:cNvSpPr>
          <p:nvPr>
            <p:ph sz="quarter" idx="11" hasCustomPrompt="1"/>
          </p:nvPr>
        </p:nvSpPr>
        <p:spPr>
          <a:xfrm>
            <a:off x="3530601" y="828675"/>
            <a:ext cx="5130800" cy="5162551"/>
          </a:xfrm>
          <a:prstGeom prst="rect">
            <a:avLst/>
          </a:prstGeom>
        </p:spPr>
        <p:txBody>
          <a:bodyPr lIns="81628" tIns="40814" rIns="81628" bIns="40814" anchor="ctr"/>
          <a:lstStyle>
            <a:lvl1pPr algn="ctr">
              <a:buNone/>
              <a:defRPr sz="35732" b="1">
                <a:solidFill>
                  <a:srgbClr val="914146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/>
              <a:t>1</a:t>
            </a:r>
          </a:p>
        </p:txBody>
      </p:sp>
      <p:sp>
        <p:nvSpPr>
          <p:cNvPr id="7" name="Espace réservé du contenu 9"/>
          <p:cNvSpPr>
            <a:spLocks noGrp="1"/>
          </p:cNvSpPr>
          <p:nvPr>
            <p:ph sz="quarter" idx="10" hasCustomPrompt="1"/>
          </p:nvPr>
        </p:nvSpPr>
        <p:spPr>
          <a:xfrm>
            <a:off x="0" y="3014092"/>
            <a:ext cx="12192000" cy="828675"/>
          </a:xfrm>
          <a:prstGeom prst="rect">
            <a:avLst/>
          </a:prstGeom>
        </p:spPr>
        <p:txBody>
          <a:bodyPr lIns="81628" tIns="40814" rIns="81628" bIns="40814" anchor="ctr"/>
          <a:lstStyle>
            <a:lvl1pPr algn="ctr">
              <a:buNone/>
              <a:defRPr sz="4000" b="0" baseline="0">
                <a:solidFill>
                  <a:schemeClr val="tx1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/>
              <a:t>Chapter opening page</a:t>
            </a:r>
          </a:p>
        </p:txBody>
      </p:sp>
    </p:spTree>
    <p:extLst>
      <p:ext uri="{BB962C8B-B14F-4D97-AF65-F5344CB8AC3E}">
        <p14:creationId xmlns:p14="http://schemas.microsoft.com/office/powerpoint/2010/main" val="356350375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backgroun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bk object 16"/>
          <p:cNvSpPr>
            <a:spLocks/>
          </p:cNvSpPr>
          <p:nvPr userDrawn="1"/>
        </p:nvSpPr>
        <p:spPr bwMode="auto">
          <a:xfrm>
            <a:off x="0" y="1"/>
            <a:ext cx="12192000" cy="6858000"/>
          </a:xfrm>
          <a:custGeom>
            <a:avLst/>
            <a:gdLst>
              <a:gd name="T0" fmla="*/ 0 w 10692130"/>
              <a:gd name="T1" fmla="*/ 28 h 7560309"/>
              <a:gd name="T2" fmla="*/ 7838 w 10692130"/>
              <a:gd name="T3" fmla="*/ 28 h 7560309"/>
              <a:gd name="T4" fmla="*/ 7838 w 10692130"/>
              <a:gd name="T5" fmla="*/ 0 h 7560309"/>
              <a:gd name="T6" fmla="*/ 0 w 10692130"/>
              <a:gd name="T7" fmla="*/ 0 h 7560309"/>
              <a:gd name="T8" fmla="*/ 0 w 10692130"/>
              <a:gd name="T9" fmla="*/ 28 h 7560309"/>
              <a:gd name="T10" fmla="*/ 0 60000 65536"/>
              <a:gd name="T11" fmla="*/ 0 60000 65536"/>
              <a:gd name="T12" fmla="*/ 0 60000 65536"/>
              <a:gd name="T13" fmla="*/ 0 60000 65536"/>
              <a:gd name="T14" fmla="*/ 0 60000 65536"/>
            </a:gdLst>
            <a:ahLst/>
            <a:cxnLst>
              <a:cxn ang="T10">
                <a:pos x="T0" y="T1"/>
              </a:cxn>
              <a:cxn ang="T11">
                <a:pos x="T2" y="T3"/>
              </a:cxn>
              <a:cxn ang="T12">
                <a:pos x="T4" y="T5"/>
              </a:cxn>
              <a:cxn ang="T13">
                <a:pos x="T6" y="T7"/>
              </a:cxn>
              <a:cxn ang="T14">
                <a:pos x="T8" y="T9"/>
              </a:cxn>
            </a:cxnLst>
            <a:rect l="0" t="0" r="r" b="b"/>
            <a:pathLst>
              <a:path w="10692130" h="7560309">
                <a:moveTo>
                  <a:pt x="0" y="7559992"/>
                </a:moveTo>
                <a:lnTo>
                  <a:pt x="10692003" y="7559992"/>
                </a:lnTo>
                <a:lnTo>
                  <a:pt x="10692003" y="0"/>
                </a:lnTo>
                <a:lnTo>
                  <a:pt x="0" y="0"/>
                </a:lnTo>
                <a:lnTo>
                  <a:pt x="0" y="7559992"/>
                </a:lnTo>
                <a:close/>
              </a:path>
            </a:pathLst>
          </a:custGeom>
          <a:solidFill>
            <a:schemeClr val="accent1"/>
          </a:solidFill>
          <a:ln w="9525">
            <a:noFill/>
            <a:round/>
            <a:headEnd/>
            <a:tailEnd/>
          </a:ln>
        </p:spPr>
        <p:txBody>
          <a:bodyPr lIns="0" tIns="0" rIns="0" bIns="0"/>
          <a:lstStyle/>
          <a:p>
            <a:endParaRPr lang="en-US" sz="2400" noProof="0">
              <a:latin typeface="+mj-lt"/>
            </a:endParaRPr>
          </a:p>
        </p:txBody>
      </p:sp>
      <p:sp>
        <p:nvSpPr>
          <p:cNvPr id="8" name="Rectangle 5"/>
          <p:cNvSpPr/>
          <p:nvPr userDrawn="1"/>
        </p:nvSpPr>
        <p:spPr>
          <a:xfrm>
            <a:off x="3277794" y="-3743"/>
            <a:ext cx="8914207" cy="6861744"/>
          </a:xfrm>
          <a:custGeom>
            <a:avLst/>
            <a:gdLst>
              <a:gd name="connsiteX0" fmla="*/ 0 w 7250400"/>
              <a:gd name="connsiteY0" fmla="*/ 0 h 6858000"/>
              <a:gd name="connsiteX1" fmla="*/ 7250400 w 7250400"/>
              <a:gd name="connsiteY1" fmla="*/ 0 h 6858000"/>
              <a:gd name="connsiteX2" fmla="*/ 7250400 w 7250400"/>
              <a:gd name="connsiteY2" fmla="*/ 6858000 h 6858000"/>
              <a:gd name="connsiteX3" fmla="*/ 0 w 7250400"/>
              <a:gd name="connsiteY3" fmla="*/ 6858000 h 6858000"/>
              <a:gd name="connsiteX4" fmla="*/ 0 w 7250400"/>
              <a:gd name="connsiteY4" fmla="*/ 0 h 6858000"/>
              <a:gd name="connsiteX0" fmla="*/ 5326743 w 7250400"/>
              <a:gd name="connsiteY0" fmla="*/ 29029 h 6858000"/>
              <a:gd name="connsiteX1" fmla="*/ 7250400 w 7250400"/>
              <a:gd name="connsiteY1" fmla="*/ 0 h 6858000"/>
              <a:gd name="connsiteX2" fmla="*/ 7250400 w 7250400"/>
              <a:gd name="connsiteY2" fmla="*/ 6858000 h 6858000"/>
              <a:gd name="connsiteX3" fmla="*/ 0 w 7250400"/>
              <a:gd name="connsiteY3" fmla="*/ 6858000 h 6858000"/>
              <a:gd name="connsiteX4" fmla="*/ 5326743 w 7250400"/>
              <a:gd name="connsiteY4" fmla="*/ 29029 h 6858000"/>
              <a:gd name="connsiteX0" fmla="*/ 5297715 w 7250400"/>
              <a:gd name="connsiteY0" fmla="*/ 14514 h 6858000"/>
              <a:gd name="connsiteX1" fmla="*/ 7250400 w 7250400"/>
              <a:gd name="connsiteY1" fmla="*/ 0 h 6858000"/>
              <a:gd name="connsiteX2" fmla="*/ 7250400 w 7250400"/>
              <a:gd name="connsiteY2" fmla="*/ 6858000 h 6858000"/>
              <a:gd name="connsiteX3" fmla="*/ 0 w 7250400"/>
              <a:gd name="connsiteY3" fmla="*/ 6858000 h 6858000"/>
              <a:gd name="connsiteX4" fmla="*/ 5297715 w 7250400"/>
              <a:gd name="connsiteY4" fmla="*/ 14514 h 6858000"/>
              <a:gd name="connsiteX0" fmla="*/ 5302478 w 7250400"/>
              <a:gd name="connsiteY0" fmla="*/ 2607 h 6858000"/>
              <a:gd name="connsiteX1" fmla="*/ 7250400 w 7250400"/>
              <a:gd name="connsiteY1" fmla="*/ 0 h 6858000"/>
              <a:gd name="connsiteX2" fmla="*/ 7250400 w 7250400"/>
              <a:gd name="connsiteY2" fmla="*/ 6858000 h 6858000"/>
              <a:gd name="connsiteX3" fmla="*/ 0 w 7250400"/>
              <a:gd name="connsiteY3" fmla="*/ 6858000 h 6858000"/>
              <a:gd name="connsiteX4" fmla="*/ 5302478 w 7250400"/>
              <a:gd name="connsiteY4" fmla="*/ 2607 h 6858000"/>
              <a:gd name="connsiteX0" fmla="*/ 4304138 w 7250400"/>
              <a:gd name="connsiteY0" fmla="*/ 2607 h 6858000"/>
              <a:gd name="connsiteX1" fmla="*/ 7250400 w 7250400"/>
              <a:gd name="connsiteY1" fmla="*/ 0 h 6858000"/>
              <a:gd name="connsiteX2" fmla="*/ 7250400 w 7250400"/>
              <a:gd name="connsiteY2" fmla="*/ 6858000 h 6858000"/>
              <a:gd name="connsiteX3" fmla="*/ 0 w 7250400"/>
              <a:gd name="connsiteY3" fmla="*/ 6858000 h 6858000"/>
              <a:gd name="connsiteX4" fmla="*/ 4304138 w 7250400"/>
              <a:gd name="connsiteY4" fmla="*/ 2607 h 6858000"/>
              <a:gd name="connsiteX0" fmla="*/ 4298973 w 7250400"/>
              <a:gd name="connsiteY0" fmla="*/ 0 h 6861744"/>
              <a:gd name="connsiteX1" fmla="*/ 7250400 w 7250400"/>
              <a:gd name="connsiteY1" fmla="*/ 3744 h 6861744"/>
              <a:gd name="connsiteX2" fmla="*/ 7250400 w 7250400"/>
              <a:gd name="connsiteY2" fmla="*/ 6861744 h 6861744"/>
              <a:gd name="connsiteX3" fmla="*/ 0 w 7250400"/>
              <a:gd name="connsiteY3" fmla="*/ 6861744 h 6861744"/>
              <a:gd name="connsiteX4" fmla="*/ 4298973 w 7250400"/>
              <a:gd name="connsiteY4" fmla="*/ 0 h 686174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250400" h="6861744">
                <a:moveTo>
                  <a:pt x="4298973" y="0"/>
                </a:moveTo>
                <a:lnTo>
                  <a:pt x="7250400" y="3744"/>
                </a:lnTo>
                <a:lnTo>
                  <a:pt x="7250400" y="6861744"/>
                </a:lnTo>
                <a:lnTo>
                  <a:pt x="0" y="6861744"/>
                </a:lnTo>
                <a:lnTo>
                  <a:pt x="4298973" y="0"/>
                </a:ln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lIns="142720" tIns="71360" rIns="142720" bIns="71360" anchor="ctr"/>
          <a:lstStyle/>
          <a:p>
            <a:pPr algn="ctr" eaLnBrk="1" hangingPunct="1">
              <a:defRPr/>
            </a:pPr>
            <a:endParaRPr lang="fr-FR" sz="2400">
              <a:latin typeface="+mj-lt"/>
            </a:endParaRPr>
          </a:p>
        </p:txBody>
      </p:sp>
      <p:sp>
        <p:nvSpPr>
          <p:cNvPr id="10" name="Espace réservé du contenu 9"/>
          <p:cNvSpPr>
            <a:spLocks noGrp="1"/>
          </p:cNvSpPr>
          <p:nvPr>
            <p:ph sz="quarter" idx="11" hasCustomPrompt="1"/>
          </p:nvPr>
        </p:nvSpPr>
        <p:spPr>
          <a:xfrm>
            <a:off x="0" y="2580747"/>
            <a:ext cx="12192000" cy="1693333"/>
          </a:xfrm>
          <a:prstGeom prst="rect">
            <a:avLst/>
          </a:prstGeom>
        </p:spPr>
        <p:txBody>
          <a:bodyPr lIns="81628" tIns="40814" rIns="81628" bIns="40814" anchor="ctr"/>
          <a:lstStyle>
            <a:lvl1pPr marL="0" indent="0" algn="ctr">
              <a:buNone/>
              <a:defRPr sz="6667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 noProof="0"/>
              <a:t>Text</a:t>
            </a:r>
          </a:p>
        </p:txBody>
      </p:sp>
      <p:pic>
        <p:nvPicPr>
          <p:cNvPr id="6" name="Picture 2" descr="C:\_Clients\PPT\cdg-ppt\docs-client\axa_logo_open_white_rgb.emf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338667" y="353484"/>
            <a:ext cx="696000" cy="69600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122828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 of conten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312000" y="274638"/>
            <a:ext cx="11760000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999" y="762274"/>
            <a:ext cx="11760000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rgbClr val="914146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2683124" y="1829804"/>
            <a:ext cx="7680000" cy="3840000"/>
          </a:xfrm>
          <a:prstGeom prst="rect">
            <a:avLst/>
          </a:prstGeom>
        </p:spPr>
        <p:txBody>
          <a:bodyPr lIns="0" tIns="0" rIns="0" bIns="0"/>
          <a:lstStyle>
            <a:lvl1pPr marL="1079473" indent="-1079473">
              <a:buClr>
                <a:schemeClr val="tx2"/>
              </a:buClr>
              <a:buFont typeface="+mj-lt"/>
              <a:buAutoNum type="arabicPeriod"/>
              <a:defRPr sz="2133">
                <a:latin typeface="+mn-lt"/>
              </a:defRPr>
            </a:lvl1pPr>
            <a:lvl2pPr>
              <a:defRPr sz="2400">
                <a:latin typeface="+mn-lt"/>
              </a:defRPr>
            </a:lvl2pPr>
            <a:lvl3pPr>
              <a:defRPr sz="2400">
                <a:latin typeface="+mn-lt"/>
              </a:defRPr>
            </a:lvl3pPr>
            <a:lvl4pPr>
              <a:defRPr sz="2400">
                <a:latin typeface="+mn-lt"/>
              </a:defRPr>
            </a:lvl4pPr>
            <a:lvl5pPr>
              <a:defRPr sz="2400">
                <a:latin typeface="+mn-lt"/>
              </a:defRPr>
            </a:lvl5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pic>
        <p:nvPicPr>
          <p:cNvPr id="10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667005" y="6541947"/>
            <a:ext cx="2954020" cy="233363"/>
          </a:xfrm>
        </p:spPr>
        <p:txBody>
          <a:bodyPr/>
          <a:lstStyle/>
          <a:p>
            <a:r>
              <a:rPr lang="en-US" noProof="0"/>
              <a:t>Title of the presentation l Date</a:t>
            </a:r>
          </a:p>
        </p:txBody>
      </p:sp>
      <p:sp>
        <p:nvSpPr>
          <p:cNvPr id="14" name="Espace réservé du pied de page 3"/>
          <p:cNvSpPr>
            <a:spLocks noGrp="1"/>
          </p:cNvSpPr>
          <p:nvPr>
            <p:ph type="ftr" sz="quarter" idx="13"/>
          </p:nvPr>
        </p:nvSpPr>
        <p:spPr>
          <a:xfrm>
            <a:off x="4435943" y="6541947"/>
            <a:ext cx="3299883" cy="233363"/>
          </a:xfrm>
        </p:spPr>
        <p:txBody>
          <a:bodyPr/>
          <a:lstStyle/>
          <a:p>
            <a:r>
              <a:rPr lang="en-US" noProof="0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252343251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Slide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311999" y="274638"/>
            <a:ext cx="11760000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312001" y="762274"/>
            <a:ext cx="11760000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rgbClr val="914146"/>
                </a:solidFill>
                <a:latin typeface="+mn-lt"/>
                <a:cs typeface="Arial" pitchFamily="34" charset="0"/>
              </a:defRPr>
            </a:lvl1pPr>
          </a:lstStyle>
          <a:p>
            <a:pPr lvl="0"/>
            <a:r>
              <a:rPr lang="en-US" noProof="0"/>
              <a:t>Subtitle or next title (optional)</a:t>
            </a:r>
          </a:p>
        </p:txBody>
      </p:sp>
      <p:pic>
        <p:nvPicPr>
          <p:cNvPr id="13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6" name="Espace réservé du texte 11"/>
          <p:cNvSpPr>
            <a:spLocks noGrp="1"/>
          </p:cNvSpPr>
          <p:nvPr>
            <p:ph type="body" sz="quarter" idx="10" hasCustomPrompt="1"/>
          </p:nvPr>
        </p:nvSpPr>
        <p:spPr>
          <a:xfrm>
            <a:off x="312001" y="1501615"/>
            <a:ext cx="11766032" cy="4878260"/>
          </a:xfrm>
          <a:prstGeom prst="rect">
            <a:avLst/>
          </a:prstGeom>
        </p:spPr>
        <p:txBody>
          <a:bodyPr vert="horz" lIns="0" tIns="0" rIns="0" bIns="0"/>
          <a:lstStyle>
            <a:lvl1pPr marL="421211" indent="-421211">
              <a:buSzPct val="120000"/>
              <a:buFontTx/>
              <a:buBlip>
                <a:blip r:embed="rId3"/>
              </a:buBlip>
              <a:defRPr sz="2133">
                <a:solidFill>
                  <a:schemeClr val="tx1"/>
                </a:solidFill>
                <a:latin typeface="+mn-lt"/>
                <a:cs typeface="Arial"/>
              </a:defRPr>
            </a:lvl1pPr>
            <a:lvl2pPr marL="842420" indent="-284937">
              <a:buClr>
                <a:srgbClr val="914146"/>
              </a:buClr>
              <a:buSzPct val="100000"/>
              <a:buFont typeface="Wingdings" pitchFamily="2" charset="2"/>
              <a:buChar char="à"/>
              <a:defRPr sz="1867" baseline="0">
                <a:solidFill>
                  <a:schemeClr val="tx1"/>
                </a:solidFill>
                <a:latin typeface="+mn-lt"/>
                <a:cs typeface="Arial"/>
              </a:defRPr>
            </a:lvl2pPr>
            <a:lvl3pPr marL="1263631" indent="-284937">
              <a:buClr>
                <a:srgbClr val="914146"/>
              </a:buClr>
              <a:buSzPct val="100000"/>
              <a:buFont typeface="Source Sans Pro" pitchFamily="34" charset="0"/>
              <a:buChar char="–"/>
              <a:defRPr sz="1733" i="1">
                <a:solidFill>
                  <a:schemeClr val="tx1"/>
                </a:solidFill>
                <a:latin typeface="+mn-lt"/>
                <a:cs typeface="Arial"/>
              </a:defRPr>
            </a:lvl3pPr>
            <a:lvl4pPr marL="1536179" indent="-272548">
              <a:buFont typeface="Arial" pitchFamily="34" charset="0"/>
              <a:buChar char="•"/>
              <a:defRPr sz="1200">
                <a:solidFill>
                  <a:schemeClr val="tx1"/>
                </a:solidFill>
                <a:latin typeface="+mn-lt"/>
              </a:defRPr>
            </a:lvl4pPr>
            <a:lvl5pPr marL="1821116" indent="-284937">
              <a:buFont typeface="Open Sans" pitchFamily="34" charset="0"/>
              <a:buChar char="&gt;"/>
              <a:defRPr sz="933">
                <a:solidFill>
                  <a:schemeClr val="tx1"/>
                </a:solidFill>
                <a:latin typeface="+mn-lt"/>
              </a:defRPr>
            </a:lvl5pPr>
          </a:lstStyle>
          <a:p>
            <a:pPr lvl="0"/>
            <a:r>
              <a:rPr lang="en-US" noProof="0"/>
              <a:t>Click to edit Master text styles</a:t>
            </a:r>
          </a:p>
          <a:p>
            <a:pPr lvl="1"/>
            <a:r>
              <a:rPr lang="en-US" noProof="0"/>
              <a:t>Second level </a:t>
            </a:r>
          </a:p>
          <a:p>
            <a:pPr lvl="2"/>
            <a:r>
              <a:rPr lang="en-US" noProof="0"/>
              <a:t>Third level</a:t>
            </a:r>
          </a:p>
          <a:p>
            <a:pPr lvl="3"/>
            <a:r>
              <a:rPr lang="en-US" noProof="0"/>
              <a:t>Fourth level</a:t>
            </a:r>
          </a:p>
          <a:p>
            <a:pPr lvl="4"/>
            <a:r>
              <a:rPr lang="en-US" noProof="0"/>
              <a:t>Fifth level</a:t>
            </a:r>
          </a:p>
        </p:txBody>
      </p:sp>
      <p:sp>
        <p:nvSpPr>
          <p:cNvPr id="15" name="Espace réservé de la date 2"/>
          <p:cNvSpPr>
            <a:spLocks noGrp="1"/>
          </p:cNvSpPr>
          <p:nvPr>
            <p:ph type="dt" sz="half" idx="12"/>
          </p:nvPr>
        </p:nvSpPr>
        <p:spPr>
          <a:xfrm>
            <a:off x="667005" y="6541947"/>
            <a:ext cx="2954020" cy="233363"/>
          </a:xfrm>
        </p:spPr>
        <p:txBody>
          <a:bodyPr/>
          <a:lstStyle/>
          <a:p>
            <a:r>
              <a:rPr lang="en-US" noProof="0"/>
              <a:t>Title of the presentation l Date</a:t>
            </a:r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13"/>
          </p:nvPr>
        </p:nvSpPr>
        <p:spPr>
          <a:xfrm>
            <a:off x="4435943" y="6541947"/>
            <a:ext cx="3299883" cy="233363"/>
          </a:xfrm>
        </p:spPr>
        <p:txBody>
          <a:bodyPr/>
          <a:lstStyle/>
          <a:p>
            <a:r>
              <a:rPr lang="en-US" noProof="0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345467103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ables/Chart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312000" y="274638"/>
            <a:ext cx="11760000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999" y="762274"/>
            <a:ext cx="11760000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rgbClr val="914146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312000" y="1640541"/>
            <a:ext cx="11760000" cy="2835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133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Table title</a:t>
            </a:r>
          </a:p>
        </p:txBody>
      </p:sp>
      <p:sp>
        <p:nvSpPr>
          <p:cNvPr id="5" name="Espace réservé du tableau 4"/>
          <p:cNvSpPr>
            <a:spLocks noGrp="1"/>
          </p:cNvSpPr>
          <p:nvPr>
            <p:ph type="tbl" sz="quarter" idx="13" hasCustomPrompt="1"/>
          </p:nvPr>
        </p:nvSpPr>
        <p:spPr>
          <a:xfrm>
            <a:off x="312000" y="2352675"/>
            <a:ext cx="11760000" cy="3333751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667">
                <a:solidFill>
                  <a:schemeClr val="tx2"/>
                </a:solidFill>
              </a:defRPr>
            </a:lvl1pPr>
          </a:lstStyle>
          <a:p>
            <a:r>
              <a:rPr lang="en-US"/>
              <a:t>Click on the icon to add a table</a:t>
            </a:r>
            <a:endParaRPr lang="fr-FR"/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312000" y="1926293"/>
            <a:ext cx="11760000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67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Table subtitle</a:t>
            </a:r>
          </a:p>
        </p:txBody>
      </p:sp>
      <p:pic>
        <p:nvPicPr>
          <p:cNvPr id="10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5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667005" y="6541947"/>
            <a:ext cx="2954020" cy="233363"/>
          </a:xfrm>
        </p:spPr>
        <p:txBody>
          <a:bodyPr/>
          <a:lstStyle/>
          <a:p>
            <a:r>
              <a:rPr lang="en-US" noProof="0"/>
              <a:t>Title of the presentation l Date</a:t>
            </a:r>
          </a:p>
        </p:txBody>
      </p:sp>
      <p:sp>
        <p:nvSpPr>
          <p:cNvPr id="17" name="Espace réservé du pied de page 3"/>
          <p:cNvSpPr>
            <a:spLocks noGrp="1"/>
          </p:cNvSpPr>
          <p:nvPr>
            <p:ph type="ftr" sz="quarter" idx="15"/>
          </p:nvPr>
        </p:nvSpPr>
        <p:spPr>
          <a:xfrm>
            <a:off x="4435943" y="6541947"/>
            <a:ext cx="3299883" cy="233363"/>
          </a:xfrm>
        </p:spPr>
        <p:txBody>
          <a:bodyPr/>
          <a:lstStyle/>
          <a:p>
            <a:r>
              <a:rPr lang="en-US" noProof="0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3980789635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gram x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312000" y="274638"/>
            <a:ext cx="11760000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999" y="762274"/>
            <a:ext cx="11760000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marR="0" indent="0" algn="l" defTabSz="1218267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 typeface="Arial" charset="0"/>
              <a:buNone/>
              <a:tabLst/>
              <a:defRPr sz="2400">
                <a:solidFill>
                  <a:srgbClr val="914146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311996" y="1640541"/>
            <a:ext cx="5520000" cy="2835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133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Chart title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311996" y="1926293"/>
            <a:ext cx="5520000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67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Chart subtitle</a:t>
            </a:r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quarter" idx="15" hasCustomPrompt="1"/>
          </p:nvPr>
        </p:nvSpPr>
        <p:spPr>
          <a:xfrm>
            <a:off x="311996" y="2371725"/>
            <a:ext cx="5520000" cy="324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667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on the icon to add a graph</a:t>
            </a:r>
            <a:endParaRPr lang="fr-FR"/>
          </a:p>
        </p:txBody>
      </p:sp>
      <p:sp>
        <p:nvSpPr>
          <p:cNvPr id="22" name="Espace réservé du texte 2"/>
          <p:cNvSpPr>
            <a:spLocks noGrp="1"/>
          </p:cNvSpPr>
          <p:nvPr>
            <p:ph type="body" sz="quarter" idx="16" hasCustomPrompt="1"/>
          </p:nvPr>
        </p:nvSpPr>
        <p:spPr>
          <a:xfrm>
            <a:off x="6093884" y="1640541"/>
            <a:ext cx="5520000" cy="2835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133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Chart title</a:t>
            </a:r>
          </a:p>
        </p:txBody>
      </p:sp>
      <p:sp>
        <p:nvSpPr>
          <p:cNvPr id="23" name="Espace réservé du texte 2"/>
          <p:cNvSpPr>
            <a:spLocks noGrp="1"/>
          </p:cNvSpPr>
          <p:nvPr>
            <p:ph type="body" sz="quarter" idx="17" hasCustomPrompt="1"/>
          </p:nvPr>
        </p:nvSpPr>
        <p:spPr>
          <a:xfrm>
            <a:off x="6093884" y="1926293"/>
            <a:ext cx="5520000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67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Chart subtitle</a:t>
            </a:r>
          </a:p>
        </p:txBody>
      </p:sp>
      <p:sp>
        <p:nvSpPr>
          <p:cNvPr id="24" name="Espace réservé du graphique 3"/>
          <p:cNvSpPr>
            <a:spLocks noGrp="1"/>
          </p:cNvSpPr>
          <p:nvPr>
            <p:ph type="chart" sz="quarter" idx="18" hasCustomPrompt="1"/>
          </p:nvPr>
        </p:nvSpPr>
        <p:spPr>
          <a:xfrm>
            <a:off x="6093884" y="2371725"/>
            <a:ext cx="5520000" cy="3240000"/>
          </a:xfrm>
          <a:prstGeom prst="rect">
            <a:avLst/>
          </a:prstGeom>
        </p:spPr>
        <p:txBody>
          <a:bodyPr anchor="ctr"/>
          <a:lstStyle>
            <a:lvl1pPr marL="0" marR="0" indent="0" algn="ctr" defTabSz="1218267" rtl="0" eaLnBrk="0" fontAlgn="base" latinLnBrk="0" hangingPunct="0">
              <a:lnSpc>
                <a:spcPct val="100000"/>
              </a:lnSpc>
              <a:spcBef>
                <a:spcPct val="20000"/>
              </a:spcBef>
              <a:spcAft>
                <a:spcPct val="0"/>
              </a:spcAft>
              <a:buClrTx/>
              <a:buSzTx/>
              <a:buFontTx/>
              <a:buNone/>
              <a:tabLst/>
              <a:defRPr sz="2667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on the icon to add a graph</a:t>
            </a:r>
            <a:endParaRPr lang="fr-FR"/>
          </a:p>
        </p:txBody>
      </p:sp>
      <p:pic>
        <p:nvPicPr>
          <p:cNvPr id="13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667005" y="6541947"/>
            <a:ext cx="2954020" cy="233363"/>
          </a:xfrm>
        </p:spPr>
        <p:txBody>
          <a:bodyPr/>
          <a:lstStyle/>
          <a:p>
            <a:r>
              <a:rPr lang="en-US" noProof="0"/>
              <a:t>Title of the presentation l Date</a:t>
            </a:r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19"/>
          </p:nvPr>
        </p:nvSpPr>
        <p:spPr>
          <a:xfrm>
            <a:off x="4435943" y="6541947"/>
            <a:ext cx="3299883" cy="233363"/>
          </a:xfrm>
        </p:spPr>
        <p:txBody>
          <a:bodyPr/>
          <a:lstStyle/>
          <a:p>
            <a:r>
              <a:rPr lang="en-US" noProof="0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378891485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Histogram x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312000" y="274638"/>
            <a:ext cx="11760000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999" y="762274"/>
            <a:ext cx="11760000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rgbClr val="914146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311996" y="1640541"/>
            <a:ext cx="5520000" cy="2835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133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Chart title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311996" y="1926293"/>
            <a:ext cx="5520000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67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Chart subtitle</a:t>
            </a:r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quarter" idx="15" hasCustomPrompt="1"/>
          </p:nvPr>
        </p:nvSpPr>
        <p:spPr>
          <a:xfrm>
            <a:off x="311996" y="2371726"/>
            <a:ext cx="5520000" cy="15335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667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on the icon to add a graph</a:t>
            </a:r>
          </a:p>
        </p:txBody>
      </p:sp>
      <p:sp>
        <p:nvSpPr>
          <p:cNvPr id="22" name="Espace réservé du texte 2"/>
          <p:cNvSpPr>
            <a:spLocks noGrp="1"/>
          </p:cNvSpPr>
          <p:nvPr>
            <p:ph type="body" sz="quarter" idx="16" hasCustomPrompt="1"/>
          </p:nvPr>
        </p:nvSpPr>
        <p:spPr>
          <a:xfrm>
            <a:off x="6148476" y="1640541"/>
            <a:ext cx="5520000" cy="2835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133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Chart title</a:t>
            </a:r>
          </a:p>
        </p:txBody>
      </p:sp>
      <p:sp>
        <p:nvSpPr>
          <p:cNvPr id="23" name="Espace réservé du texte 2"/>
          <p:cNvSpPr>
            <a:spLocks noGrp="1"/>
          </p:cNvSpPr>
          <p:nvPr>
            <p:ph type="body" sz="quarter" idx="17" hasCustomPrompt="1"/>
          </p:nvPr>
        </p:nvSpPr>
        <p:spPr>
          <a:xfrm>
            <a:off x="6148476" y="1926293"/>
            <a:ext cx="5520000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67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Chart subtitle</a:t>
            </a:r>
          </a:p>
        </p:txBody>
      </p:sp>
      <p:sp>
        <p:nvSpPr>
          <p:cNvPr id="24" name="Espace réservé du graphique 3"/>
          <p:cNvSpPr>
            <a:spLocks noGrp="1"/>
          </p:cNvSpPr>
          <p:nvPr>
            <p:ph type="chart" sz="quarter" idx="18" hasCustomPrompt="1"/>
          </p:nvPr>
        </p:nvSpPr>
        <p:spPr>
          <a:xfrm>
            <a:off x="6148476" y="2371726"/>
            <a:ext cx="5520000" cy="15335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667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on the icon to add a graph</a:t>
            </a:r>
          </a:p>
        </p:txBody>
      </p:sp>
      <p:sp>
        <p:nvSpPr>
          <p:cNvPr id="13" name="Espace réservé du texte 2"/>
          <p:cNvSpPr>
            <a:spLocks noGrp="1"/>
          </p:cNvSpPr>
          <p:nvPr>
            <p:ph type="body" sz="quarter" idx="19" hasCustomPrompt="1"/>
          </p:nvPr>
        </p:nvSpPr>
        <p:spPr>
          <a:xfrm>
            <a:off x="311996" y="4097992"/>
            <a:ext cx="5520000" cy="2835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133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Chart title</a:t>
            </a:r>
          </a:p>
        </p:txBody>
      </p:sp>
      <p:sp>
        <p:nvSpPr>
          <p:cNvPr id="14" name="Espace réservé du texte 2"/>
          <p:cNvSpPr>
            <a:spLocks noGrp="1"/>
          </p:cNvSpPr>
          <p:nvPr>
            <p:ph type="body" sz="quarter" idx="20" hasCustomPrompt="1"/>
          </p:nvPr>
        </p:nvSpPr>
        <p:spPr>
          <a:xfrm>
            <a:off x="311996" y="4383743"/>
            <a:ext cx="5520000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67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Chart subtitle</a:t>
            </a:r>
          </a:p>
        </p:txBody>
      </p:sp>
      <p:sp>
        <p:nvSpPr>
          <p:cNvPr id="15" name="Espace réservé du graphique 3"/>
          <p:cNvSpPr>
            <a:spLocks noGrp="1"/>
          </p:cNvSpPr>
          <p:nvPr>
            <p:ph type="chart" sz="quarter" idx="21" hasCustomPrompt="1"/>
          </p:nvPr>
        </p:nvSpPr>
        <p:spPr>
          <a:xfrm>
            <a:off x="311996" y="4829176"/>
            <a:ext cx="5520000" cy="15335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667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on the icon to add a graph</a:t>
            </a:r>
          </a:p>
        </p:txBody>
      </p:sp>
      <p:sp>
        <p:nvSpPr>
          <p:cNvPr id="17" name="Espace réservé du texte 2"/>
          <p:cNvSpPr>
            <a:spLocks noGrp="1"/>
          </p:cNvSpPr>
          <p:nvPr>
            <p:ph type="body" sz="quarter" idx="22" hasCustomPrompt="1"/>
          </p:nvPr>
        </p:nvSpPr>
        <p:spPr>
          <a:xfrm>
            <a:off x="6148476" y="4097992"/>
            <a:ext cx="5520000" cy="2835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133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Chart title</a:t>
            </a:r>
          </a:p>
        </p:txBody>
      </p:sp>
      <p:sp>
        <p:nvSpPr>
          <p:cNvPr id="18" name="Espace réservé du texte 2"/>
          <p:cNvSpPr>
            <a:spLocks noGrp="1"/>
          </p:cNvSpPr>
          <p:nvPr>
            <p:ph type="body" sz="quarter" idx="23" hasCustomPrompt="1"/>
          </p:nvPr>
        </p:nvSpPr>
        <p:spPr>
          <a:xfrm>
            <a:off x="6148476" y="4383743"/>
            <a:ext cx="5520000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67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Chart subtitle</a:t>
            </a:r>
          </a:p>
        </p:txBody>
      </p:sp>
      <p:sp>
        <p:nvSpPr>
          <p:cNvPr id="19" name="Espace réservé du graphique 3"/>
          <p:cNvSpPr>
            <a:spLocks noGrp="1"/>
          </p:cNvSpPr>
          <p:nvPr>
            <p:ph type="chart" sz="quarter" idx="24" hasCustomPrompt="1"/>
          </p:nvPr>
        </p:nvSpPr>
        <p:spPr>
          <a:xfrm>
            <a:off x="6148476" y="4829176"/>
            <a:ext cx="5520000" cy="1533525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667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on the icon to add a graph</a:t>
            </a:r>
          </a:p>
        </p:txBody>
      </p:sp>
      <p:pic>
        <p:nvPicPr>
          <p:cNvPr id="20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1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667005" y="6541947"/>
            <a:ext cx="2954020" cy="233363"/>
          </a:xfrm>
        </p:spPr>
        <p:txBody>
          <a:bodyPr/>
          <a:lstStyle/>
          <a:p>
            <a:r>
              <a:rPr lang="en-US" noProof="0"/>
              <a:t>Title of the presentation l Date</a:t>
            </a:r>
          </a:p>
        </p:txBody>
      </p:sp>
      <p:sp>
        <p:nvSpPr>
          <p:cNvPr id="25" name="Espace réservé du pied de page 3"/>
          <p:cNvSpPr>
            <a:spLocks noGrp="1"/>
          </p:cNvSpPr>
          <p:nvPr>
            <p:ph type="ftr" sz="quarter" idx="25"/>
          </p:nvPr>
        </p:nvSpPr>
        <p:spPr>
          <a:xfrm>
            <a:off x="4435943" y="6541947"/>
            <a:ext cx="3299883" cy="233363"/>
          </a:xfrm>
        </p:spPr>
        <p:txBody>
          <a:bodyPr/>
          <a:lstStyle/>
          <a:p>
            <a:r>
              <a:rPr lang="en-US" noProof="0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6287021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Pie ch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Sommaire"/>
          <p:cNvSpPr>
            <a:spLocks noGrp="1"/>
          </p:cNvSpPr>
          <p:nvPr>
            <p:ph type="title" hasCustomPrompt="1"/>
          </p:nvPr>
        </p:nvSpPr>
        <p:spPr>
          <a:xfrm>
            <a:off x="312000" y="274638"/>
            <a:ext cx="11760000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12" name="Espace réservé du texte 4"/>
          <p:cNvSpPr>
            <a:spLocks noGrp="1"/>
          </p:cNvSpPr>
          <p:nvPr>
            <p:ph type="body" sz="quarter" idx="11" hasCustomPrompt="1"/>
          </p:nvPr>
        </p:nvSpPr>
        <p:spPr>
          <a:xfrm>
            <a:off x="311999" y="762274"/>
            <a:ext cx="11760000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rgbClr val="914146"/>
                </a:solidFill>
                <a:latin typeface="Source Sans Pro" pitchFamily="34" charset="0"/>
                <a:cs typeface="Arial" pitchFamily="34" charset="0"/>
              </a:defRPr>
            </a:lvl1pPr>
          </a:lstStyle>
          <a:p>
            <a:pPr lvl="0"/>
            <a:r>
              <a:rPr lang="en-US" noProof="0"/>
              <a:t>Subtitle or next title (optional)</a:t>
            </a:r>
          </a:p>
        </p:txBody>
      </p:sp>
      <p:sp>
        <p:nvSpPr>
          <p:cNvPr id="3" name="Espace réservé du texte 2"/>
          <p:cNvSpPr>
            <a:spLocks noGrp="1"/>
          </p:cNvSpPr>
          <p:nvPr>
            <p:ph type="body" sz="quarter" idx="12" hasCustomPrompt="1"/>
          </p:nvPr>
        </p:nvSpPr>
        <p:spPr>
          <a:xfrm>
            <a:off x="311996" y="1640541"/>
            <a:ext cx="4320000" cy="283509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2133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Chart title</a:t>
            </a:r>
          </a:p>
        </p:txBody>
      </p:sp>
      <p:sp>
        <p:nvSpPr>
          <p:cNvPr id="16" name="Espace réservé du texte 2"/>
          <p:cNvSpPr>
            <a:spLocks noGrp="1"/>
          </p:cNvSpPr>
          <p:nvPr>
            <p:ph type="body" sz="quarter" idx="14" hasCustomPrompt="1"/>
          </p:nvPr>
        </p:nvSpPr>
        <p:spPr>
          <a:xfrm>
            <a:off x="311996" y="1926293"/>
            <a:ext cx="4320000" cy="312084"/>
          </a:xfrm>
          <a:prstGeom prst="rect">
            <a:avLst/>
          </a:prstGeom>
        </p:spPr>
        <p:txBody>
          <a:bodyPr lIns="0" tIns="0" rIns="0" bIns="0"/>
          <a:lstStyle>
            <a:lvl1pPr marL="0" indent="0">
              <a:buNone/>
              <a:defRPr sz="1467">
                <a:solidFill>
                  <a:schemeClr val="tx2"/>
                </a:solidFill>
                <a:latin typeface="+mn-lt"/>
              </a:defRPr>
            </a:lvl1pPr>
            <a:lvl2pPr marL="0" indent="0">
              <a:buNone/>
              <a:defRPr sz="1600">
                <a:solidFill>
                  <a:schemeClr val="tx2"/>
                </a:solidFill>
                <a:latin typeface="+mn-lt"/>
              </a:defRPr>
            </a:lvl2pPr>
          </a:lstStyle>
          <a:p>
            <a:pPr lvl="0"/>
            <a:r>
              <a:rPr lang="en-US"/>
              <a:t>Chart subtitle</a:t>
            </a:r>
          </a:p>
        </p:txBody>
      </p:sp>
      <p:sp>
        <p:nvSpPr>
          <p:cNvPr id="4" name="Espace réservé du graphique 3"/>
          <p:cNvSpPr>
            <a:spLocks noGrp="1"/>
          </p:cNvSpPr>
          <p:nvPr>
            <p:ph type="chart" sz="quarter" idx="15" hasCustomPrompt="1"/>
          </p:nvPr>
        </p:nvSpPr>
        <p:spPr>
          <a:xfrm>
            <a:off x="311996" y="2371725"/>
            <a:ext cx="4320000" cy="3240000"/>
          </a:xfrm>
          <a:prstGeom prst="rect">
            <a:avLst/>
          </a:prstGeom>
        </p:spPr>
        <p:txBody>
          <a:bodyPr anchor="ctr"/>
          <a:lstStyle>
            <a:lvl1pPr marL="0" indent="0" algn="ctr">
              <a:buFontTx/>
              <a:buNone/>
              <a:defRPr sz="2667" baseline="0">
                <a:solidFill>
                  <a:schemeClr val="tx2"/>
                </a:solidFill>
                <a:latin typeface="+mn-lt"/>
              </a:defRPr>
            </a:lvl1pPr>
          </a:lstStyle>
          <a:p>
            <a:r>
              <a:rPr lang="en-US"/>
              <a:t>Click on</a:t>
            </a:r>
          </a:p>
          <a:p>
            <a:r>
              <a:rPr lang="en-US"/>
              <a:t> the icon to add a graph</a:t>
            </a:r>
            <a:endParaRPr lang="fr-FR"/>
          </a:p>
        </p:txBody>
      </p:sp>
      <p:sp>
        <p:nvSpPr>
          <p:cNvPr id="5" name="Espace réservé du texte 4"/>
          <p:cNvSpPr>
            <a:spLocks noGrp="1"/>
          </p:cNvSpPr>
          <p:nvPr>
            <p:ph type="body" sz="quarter" idx="16" hasCustomPrompt="1"/>
          </p:nvPr>
        </p:nvSpPr>
        <p:spPr>
          <a:xfrm>
            <a:off x="5061823" y="2519365"/>
            <a:ext cx="5812367" cy="3494087"/>
          </a:xfrm>
          <a:prstGeom prst="rect">
            <a:avLst/>
          </a:prstGeom>
        </p:spPr>
        <p:txBody>
          <a:bodyPr lIns="0" tIns="0" rIns="0" bIns="0"/>
          <a:lstStyle>
            <a:lvl1pPr marL="455115" indent="-455115">
              <a:buSzPct val="120000"/>
              <a:buFontTx/>
              <a:buBlip>
                <a:blip r:embed="rId2"/>
              </a:buBlip>
              <a:defRPr sz="2133"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pic>
        <p:nvPicPr>
          <p:cNvPr id="13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Espace réservé de la date 2"/>
          <p:cNvSpPr>
            <a:spLocks noGrp="1"/>
          </p:cNvSpPr>
          <p:nvPr>
            <p:ph type="dt" sz="half" idx="10"/>
          </p:nvPr>
        </p:nvSpPr>
        <p:spPr>
          <a:xfrm>
            <a:off x="667005" y="6541947"/>
            <a:ext cx="2954020" cy="233363"/>
          </a:xfrm>
        </p:spPr>
        <p:txBody>
          <a:bodyPr/>
          <a:lstStyle/>
          <a:p>
            <a:r>
              <a:rPr lang="en-US" noProof="0"/>
              <a:t>Title of the presentation l Date</a:t>
            </a:r>
          </a:p>
        </p:txBody>
      </p:sp>
      <p:sp>
        <p:nvSpPr>
          <p:cNvPr id="15" name="Espace réservé du pied de page 3"/>
          <p:cNvSpPr>
            <a:spLocks noGrp="1"/>
          </p:cNvSpPr>
          <p:nvPr>
            <p:ph type="ftr" sz="quarter" idx="17"/>
          </p:nvPr>
        </p:nvSpPr>
        <p:spPr>
          <a:xfrm>
            <a:off x="4435943" y="6541947"/>
            <a:ext cx="3299883" cy="233363"/>
          </a:xfrm>
        </p:spPr>
        <p:txBody>
          <a:bodyPr/>
          <a:lstStyle/>
          <a:p>
            <a:r>
              <a:rPr lang="en-US" noProof="0"/>
              <a:t>CONFIDENTIALITY LEVEL</a:t>
            </a:r>
          </a:p>
        </p:txBody>
      </p:sp>
    </p:spTree>
    <p:extLst>
      <p:ext uri="{BB962C8B-B14F-4D97-AF65-F5344CB8AC3E}">
        <p14:creationId xmlns:p14="http://schemas.microsoft.com/office/powerpoint/2010/main" val="4210091164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3 bloc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Title of the presentation l Date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CONFIDENTIALITY LEVEL</a:t>
            </a:r>
          </a:p>
        </p:txBody>
      </p:sp>
      <p:sp>
        <p:nvSpPr>
          <p:cNvPr id="20" name="Espace réservé du texte 19"/>
          <p:cNvSpPr>
            <a:spLocks noGrp="1"/>
          </p:cNvSpPr>
          <p:nvPr>
            <p:ph type="body" sz="quarter" idx="14" hasCustomPrompt="1"/>
          </p:nvPr>
        </p:nvSpPr>
        <p:spPr>
          <a:xfrm>
            <a:off x="528000" y="1631579"/>
            <a:ext cx="3361267" cy="1440000"/>
          </a:xfrm>
          <a:prstGeom prst="rect">
            <a:avLst/>
          </a:prstGeom>
          <a:ln w="19050">
            <a:solidFill>
              <a:srgbClr val="914146"/>
            </a:solidFill>
          </a:ln>
        </p:spPr>
        <p:txBody>
          <a:bodyPr anchor="ctr"/>
          <a:lstStyle>
            <a:lvl1pPr marL="0" indent="0" algn="ctr">
              <a:buNone/>
              <a:defRPr sz="2133">
                <a:solidFill>
                  <a:srgbClr val="91414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sp>
        <p:nvSpPr>
          <p:cNvPr id="21" name="Espace réservé du texte 19"/>
          <p:cNvSpPr>
            <a:spLocks noGrp="1"/>
          </p:cNvSpPr>
          <p:nvPr>
            <p:ph type="body" sz="quarter" idx="15" hasCustomPrompt="1"/>
          </p:nvPr>
        </p:nvSpPr>
        <p:spPr>
          <a:xfrm>
            <a:off x="4416000" y="1631579"/>
            <a:ext cx="3361267" cy="1440000"/>
          </a:xfrm>
          <a:prstGeom prst="rect">
            <a:avLst/>
          </a:prstGeom>
          <a:ln w="19050">
            <a:solidFill>
              <a:srgbClr val="914146"/>
            </a:solidFill>
          </a:ln>
        </p:spPr>
        <p:txBody>
          <a:bodyPr anchor="ctr"/>
          <a:lstStyle>
            <a:lvl1pPr marL="0" indent="0" algn="ctr">
              <a:buNone/>
              <a:defRPr sz="2133">
                <a:solidFill>
                  <a:srgbClr val="91414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2" name="Espace réservé du texte 19"/>
          <p:cNvSpPr>
            <a:spLocks noGrp="1"/>
          </p:cNvSpPr>
          <p:nvPr>
            <p:ph type="body" sz="quarter" idx="16" hasCustomPrompt="1"/>
          </p:nvPr>
        </p:nvSpPr>
        <p:spPr>
          <a:xfrm>
            <a:off x="8302733" y="1631579"/>
            <a:ext cx="3361267" cy="1440000"/>
          </a:xfrm>
          <a:prstGeom prst="rect">
            <a:avLst/>
          </a:prstGeom>
          <a:ln w="19050">
            <a:solidFill>
              <a:srgbClr val="914146"/>
            </a:solidFill>
          </a:ln>
        </p:spPr>
        <p:txBody>
          <a:bodyPr anchor="ctr"/>
          <a:lstStyle>
            <a:lvl1pPr marL="0" indent="0" algn="ctr">
              <a:buNone/>
              <a:defRPr sz="2133">
                <a:solidFill>
                  <a:srgbClr val="91414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25" name="Espace réservé du texte 24"/>
          <p:cNvSpPr>
            <a:spLocks noGrp="1"/>
          </p:cNvSpPr>
          <p:nvPr>
            <p:ph type="body" sz="quarter" idx="17" hasCustomPrompt="1"/>
          </p:nvPr>
        </p:nvSpPr>
        <p:spPr>
          <a:xfrm>
            <a:off x="528000" y="3263154"/>
            <a:ext cx="3360000" cy="1624012"/>
          </a:xfrm>
          <a:prstGeom prst="rect">
            <a:avLst/>
          </a:prstGeom>
        </p:spPr>
        <p:txBody>
          <a:bodyPr lIns="0" tIns="0" rIns="0" bIns="0"/>
          <a:lstStyle>
            <a:lvl1pPr marL="355591" indent="-355591">
              <a:buSzPct val="120000"/>
              <a:buFontTx/>
              <a:buBlip>
                <a:blip r:embed="rId2"/>
              </a:buBlip>
              <a:defRPr sz="1867"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sp>
        <p:nvSpPr>
          <p:cNvPr id="30" name="Espace réservé du texte 24"/>
          <p:cNvSpPr>
            <a:spLocks noGrp="1"/>
          </p:cNvSpPr>
          <p:nvPr>
            <p:ph type="body" sz="quarter" idx="18" hasCustomPrompt="1"/>
          </p:nvPr>
        </p:nvSpPr>
        <p:spPr>
          <a:xfrm>
            <a:off x="4417267" y="3263154"/>
            <a:ext cx="3360000" cy="1624012"/>
          </a:xfrm>
          <a:prstGeom prst="rect">
            <a:avLst/>
          </a:prstGeom>
        </p:spPr>
        <p:txBody>
          <a:bodyPr lIns="0" tIns="0" rIns="0" bIns="0"/>
          <a:lstStyle>
            <a:lvl1pPr marL="355591" indent="-355591">
              <a:buSzPct val="120000"/>
              <a:buFontTx/>
              <a:buBlip>
                <a:blip r:embed="rId2"/>
              </a:buBlip>
              <a:defRPr sz="1867"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sp>
        <p:nvSpPr>
          <p:cNvPr id="31" name="Espace réservé du texte 24"/>
          <p:cNvSpPr>
            <a:spLocks noGrp="1"/>
          </p:cNvSpPr>
          <p:nvPr>
            <p:ph type="body" sz="quarter" idx="19" hasCustomPrompt="1"/>
          </p:nvPr>
        </p:nvSpPr>
        <p:spPr>
          <a:xfrm>
            <a:off x="8304000" y="3263154"/>
            <a:ext cx="3360000" cy="1624012"/>
          </a:xfrm>
          <a:prstGeom prst="rect">
            <a:avLst/>
          </a:prstGeom>
        </p:spPr>
        <p:txBody>
          <a:bodyPr lIns="0" tIns="0" rIns="0" bIns="0"/>
          <a:lstStyle>
            <a:lvl1pPr marL="355591" indent="-355591">
              <a:buSzPct val="120000"/>
              <a:buFontTx/>
              <a:buBlip>
                <a:blip r:embed="rId2"/>
              </a:buBlip>
              <a:defRPr sz="1867">
                <a:latin typeface="+mn-lt"/>
              </a:defRPr>
            </a:lvl1pPr>
            <a:lvl2pPr>
              <a:defRPr sz="1867"/>
            </a:lvl2pPr>
            <a:lvl3pPr>
              <a:defRPr sz="1867"/>
            </a:lvl3pPr>
            <a:lvl4pPr>
              <a:defRPr sz="1867"/>
            </a:lvl4pPr>
            <a:lvl5pPr>
              <a:defRPr sz="1867"/>
            </a:lvl5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pic>
        <p:nvPicPr>
          <p:cNvPr id="12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3" name="Sommaire"/>
          <p:cNvSpPr>
            <a:spLocks noGrp="1"/>
          </p:cNvSpPr>
          <p:nvPr>
            <p:ph type="title" hasCustomPrompt="1"/>
          </p:nvPr>
        </p:nvSpPr>
        <p:spPr>
          <a:xfrm>
            <a:off x="312000" y="274638"/>
            <a:ext cx="11760000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15" name="Espace réservé du texte 4"/>
          <p:cNvSpPr>
            <a:spLocks noGrp="1"/>
          </p:cNvSpPr>
          <p:nvPr>
            <p:ph type="body" sz="quarter" idx="20" hasCustomPrompt="1"/>
          </p:nvPr>
        </p:nvSpPr>
        <p:spPr>
          <a:xfrm>
            <a:off x="311999" y="762274"/>
            <a:ext cx="11760000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rgbClr val="914146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</p:spTree>
    <p:extLst>
      <p:ext uri="{BB962C8B-B14F-4D97-AF65-F5344CB8AC3E}">
        <p14:creationId xmlns:p14="http://schemas.microsoft.com/office/powerpoint/2010/main" val="350114171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ext 1 bloc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Espace réservé du texte 19"/>
          <p:cNvSpPr>
            <a:spLocks noGrp="1"/>
          </p:cNvSpPr>
          <p:nvPr>
            <p:ph type="body" sz="quarter" idx="17" hasCustomPrompt="1"/>
          </p:nvPr>
        </p:nvSpPr>
        <p:spPr>
          <a:xfrm>
            <a:off x="7418785" y="1971699"/>
            <a:ext cx="4342903" cy="2914604"/>
          </a:xfrm>
          <a:prstGeom prst="rect">
            <a:avLst/>
          </a:prstGeom>
          <a:ln w="19050">
            <a:solidFill>
              <a:srgbClr val="914146"/>
            </a:solidFill>
          </a:ln>
        </p:spPr>
        <p:txBody>
          <a:bodyPr anchor="ctr"/>
          <a:lstStyle>
            <a:lvl1pPr marL="0" indent="0" algn="ctr">
              <a:buNone/>
              <a:defRPr sz="2133">
                <a:solidFill>
                  <a:srgbClr val="914146"/>
                </a:solidFill>
                <a:latin typeface="+mn-lt"/>
              </a:defRPr>
            </a:lvl1pPr>
          </a:lstStyle>
          <a:p>
            <a:pPr lvl="0"/>
            <a:r>
              <a:rPr lang="en-US"/>
              <a:t>CLICK TO ADD TEXT</a:t>
            </a:r>
          </a:p>
        </p:txBody>
      </p:sp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Title of the presentation l Date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CONFIDENTIALITY LEVEL</a:t>
            </a:r>
          </a:p>
        </p:txBody>
      </p:sp>
      <p:sp>
        <p:nvSpPr>
          <p:cNvPr id="19" name="Espace réservé du texte 4"/>
          <p:cNvSpPr>
            <a:spLocks noGrp="1"/>
          </p:cNvSpPr>
          <p:nvPr>
            <p:ph type="body" sz="quarter" idx="16" hasCustomPrompt="1"/>
          </p:nvPr>
        </p:nvSpPr>
        <p:spPr>
          <a:xfrm>
            <a:off x="313269" y="1971700"/>
            <a:ext cx="5780617" cy="2914603"/>
          </a:xfrm>
          <a:prstGeom prst="rect">
            <a:avLst/>
          </a:prstGeom>
        </p:spPr>
        <p:txBody>
          <a:bodyPr lIns="0" tIns="0" rIns="0" bIns="0" anchor="ctr"/>
          <a:lstStyle>
            <a:lvl1pPr marL="455115" indent="-455115">
              <a:buSzPct val="120000"/>
              <a:buFontTx/>
              <a:buBlip>
                <a:blip r:embed="rId2"/>
              </a:buBlip>
              <a:defRPr sz="2133">
                <a:latin typeface="+mj-lt"/>
              </a:defRPr>
            </a:lvl1pPr>
          </a:lstStyle>
          <a:p>
            <a:pPr lvl="0"/>
            <a:r>
              <a:rPr lang="en-US"/>
              <a:t>Click to add text</a:t>
            </a:r>
            <a:endParaRPr lang="fr-FR"/>
          </a:p>
        </p:txBody>
      </p:sp>
      <p:pic>
        <p:nvPicPr>
          <p:cNvPr id="11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2" name="Sommaire"/>
          <p:cNvSpPr>
            <a:spLocks noGrp="1"/>
          </p:cNvSpPr>
          <p:nvPr>
            <p:ph type="title" hasCustomPrompt="1"/>
          </p:nvPr>
        </p:nvSpPr>
        <p:spPr>
          <a:xfrm>
            <a:off x="312000" y="274638"/>
            <a:ext cx="11760000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18" name="Espace réservé du texte 4"/>
          <p:cNvSpPr>
            <a:spLocks noGrp="1"/>
          </p:cNvSpPr>
          <p:nvPr>
            <p:ph type="body" sz="quarter" idx="18" hasCustomPrompt="1"/>
          </p:nvPr>
        </p:nvSpPr>
        <p:spPr>
          <a:xfrm>
            <a:off x="311999" y="762274"/>
            <a:ext cx="11760000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rgbClr val="914146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  <p:grpSp>
        <p:nvGrpSpPr>
          <p:cNvPr id="20" name="Groupe 5"/>
          <p:cNvGrpSpPr/>
          <p:nvPr userDrawn="1"/>
        </p:nvGrpSpPr>
        <p:grpSpPr>
          <a:xfrm>
            <a:off x="5769231" y="2931692"/>
            <a:ext cx="991460" cy="990384"/>
            <a:chOff x="-1206500" y="1404938"/>
            <a:chExt cx="1463675" cy="1462087"/>
          </a:xfrm>
        </p:grpSpPr>
        <p:sp>
          <p:nvSpPr>
            <p:cNvPr id="21" name="Freeform 5"/>
            <p:cNvSpPr>
              <a:spLocks/>
            </p:cNvSpPr>
            <p:nvPr/>
          </p:nvSpPr>
          <p:spPr bwMode="auto">
            <a:xfrm>
              <a:off x="-1206500" y="1404938"/>
              <a:ext cx="1463675" cy="1462087"/>
            </a:xfrm>
            <a:custGeom>
              <a:avLst/>
              <a:gdLst/>
              <a:ahLst/>
              <a:cxnLst>
                <a:cxn ang="0">
                  <a:pos x="1842" y="969"/>
                </a:cxn>
                <a:cxn ang="0">
                  <a:pos x="1824" y="1107"/>
                </a:cxn>
                <a:cxn ang="0">
                  <a:pos x="1787" y="1237"/>
                </a:cxn>
                <a:cxn ang="0">
                  <a:pos x="1732" y="1361"/>
                </a:cxn>
                <a:cxn ang="0">
                  <a:pos x="1660" y="1473"/>
                </a:cxn>
                <a:cxn ang="0">
                  <a:pos x="1574" y="1572"/>
                </a:cxn>
                <a:cxn ang="0">
                  <a:pos x="1473" y="1660"/>
                </a:cxn>
                <a:cxn ang="0">
                  <a:pos x="1361" y="1731"/>
                </a:cxn>
                <a:cxn ang="0">
                  <a:pos x="1239" y="1787"/>
                </a:cxn>
                <a:cxn ang="0">
                  <a:pos x="1107" y="1824"/>
                </a:cxn>
                <a:cxn ang="0">
                  <a:pos x="969" y="1842"/>
                </a:cxn>
                <a:cxn ang="0">
                  <a:pos x="875" y="1842"/>
                </a:cxn>
                <a:cxn ang="0">
                  <a:pos x="737" y="1824"/>
                </a:cxn>
                <a:cxn ang="0">
                  <a:pos x="605" y="1787"/>
                </a:cxn>
                <a:cxn ang="0">
                  <a:pos x="483" y="1731"/>
                </a:cxn>
                <a:cxn ang="0">
                  <a:pos x="371" y="1660"/>
                </a:cxn>
                <a:cxn ang="0">
                  <a:pos x="270" y="1572"/>
                </a:cxn>
                <a:cxn ang="0">
                  <a:pos x="184" y="1473"/>
                </a:cxn>
                <a:cxn ang="0">
                  <a:pos x="111" y="1361"/>
                </a:cxn>
                <a:cxn ang="0">
                  <a:pos x="55" y="1237"/>
                </a:cxn>
                <a:cxn ang="0">
                  <a:pos x="20" y="1107"/>
                </a:cxn>
                <a:cxn ang="0">
                  <a:pos x="2" y="969"/>
                </a:cxn>
                <a:cxn ang="0">
                  <a:pos x="2" y="873"/>
                </a:cxn>
                <a:cxn ang="0">
                  <a:pos x="20" y="735"/>
                </a:cxn>
                <a:cxn ang="0">
                  <a:pos x="55" y="605"/>
                </a:cxn>
                <a:cxn ang="0">
                  <a:pos x="111" y="481"/>
                </a:cxn>
                <a:cxn ang="0">
                  <a:pos x="184" y="369"/>
                </a:cxn>
                <a:cxn ang="0">
                  <a:pos x="270" y="270"/>
                </a:cxn>
                <a:cxn ang="0">
                  <a:pos x="371" y="182"/>
                </a:cxn>
                <a:cxn ang="0">
                  <a:pos x="483" y="111"/>
                </a:cxn>
                <a:cxn ang="0">
                  <a:pos x="605" y="55"/>
                </a:cxn>
                <a:cxn ang="0">
                  <a:pos x="737" y="18"/>
                </a:cxn>
                <a:cxn ang="0">
                  <a:pos x="875" y="0"/>
                </a:cxn>
                <a:cxn ang="0">
                  <a:pos x="969" y="0"/>
                </a:cxn>
                <a:cxn ang="0">
                  <a:pos x="1107" y="18"/>
                </a:cxn>
                <a:cxn ang="0">
                  <a:pos x="1239" y="55"/>
                </a:cxn>
                <a:cxn ang="0">
                  <a:pos x="1361" y="111"/>
                </a:cxn>
                <a:cxn ang="0">
                  <a:pos x="1473" y="182"/>
                </a:cxn>
                <a:cxn ang="0">
                  <a:pos x="1574" y="270"/>
                </a:cxn>
                <a:cxn ang="0">
                  <a:pos x="1660" y="369"/>
                </a:cxn>
                <a:cxn ang="0">
                  <a:pos x="1732" y="481"/>
                </a:cxn>
                <a:cxn ang="0">
                  <a:pos x="1787" y="605"/>
                </a:cxn>
                <a:cxn ang="0">
                  <a:pos x="1824" y="735"/>
                </a:cxn>
                <a:cxn ang="0">
                  <a:pos x="1842" y="873"/>
                </a:cxn>
              </a:cxnLst>
              <a:rect l="0" t="0" r="r" b="b"/>
              <a:pathLst>
                <a:path w="1844" h="1842">
                  <a:moveTo>
                    <a:pt x="1844" y="922"/>
                  </a:moveTo>
                  <a:lnTo>
                    <a:pt x="1844" y="922"/>
                  </a:lnTo>
                  <a:lnTo>
                    <a:pt x="1842" y="969"/>
                  </a:lnTo>
                  <a:lnTo>
                    <a:pt x="1839" y="1014"/>
                  </a:lnTo>
                  <a:lnTo>
                    <a:pt x="1833" y="1062"/>
                  </a:lnTo>
                  <a:lnTo>
                    <a:pt x="1824" y="1107"/>
                  </a:lnTo>
                  <a:lnTo>
                    <a:pt x="1815" y="1151"/>
                  </a:lnTo>
                  <a:lnTo>
                    <a:pt x="1802" y="1195"/>
                  </a:lnTo>
                  <a:lnTo>
                    <a:pt x="1787" y="1237"/>
                  </a:lnTo>
                  <a:lnTo>
                    <a:pt x="1771" y="1279"/>
                  </a:lnTo>
                  <a:lnTo>
                    <a:pt x="1753" y="1320"/>
                  </a:lnTo>
                  <a:lnTo>
                    <a:pt x="1732" y="1361"/>
                  </a:lnTo>
                  <a:lnTo>
                    <a:pt x="1711" y="1398"/>
                  </a:lnTo>
                  <a:lnTo>
                    <a:pt x="1686" y="1436"/>
                  </a:lnTo>
                  <a:lnTo>
                    <a:pt x="1660" y="1473"/>
                  </a:lnTo>
                  <a:lnTo>
                    <a:pt x="1633" y="1507"/>
                  </a:lnTo>
                  <a:lnTo>
                    <a:pt x="1605" y="1541"/>
                  </a:lnTo>
                  <a:lnTo>
                    <a:pt x="1574" y="1572"/>
                  </a:lnTo>
                  <a:lnTo>
                    <a:pt x="1542" y="1603"/>
                  </a:lnTo>
                  <a:lnTo>
                    <a:pt x="1509" y="1632"/>
                  </a:lnTo>
                  <a:lnTo>
                    <a:pt x="1473" y="1660"/>
                  </a:lnTo>
                  <a:lnTo>
                    <a:pt x="1437" y="1686"/>
                  </a:lnTo>
                  <a:lnTo>
                    <a:pt x="1400" y="1709"/>
                  </a:lnTo>
                  <a:lnTo>
                    <a:pt x="1361" y="1731"/>
                  </a:lnTo>
                  <a:lnTo>
                    <a:pt x="1322" y="1753"/>
                  </a:lnTo>
                  <a:lnTo>
                    <a:pt x="1281" y="1770"/>
                  </a:lnTo>
                  <a:lnTo>
                    <a:pt x="1239" y="1787"/>
                  </a:lnTo>
                  <a:lnTo>
                    <a:pt x="1197" y="1801"/>
                  </a:lnTo>
                  <a:lnTo>
                    <a:pt x="1153" y="1814"/>
                  </a:lnTo>
                  <a:lnTo>
                    <a:pt x="1107" y="1824"/>
                  </a:lnTo>
                  <a:lnTo>
                    <a:pt x="1062" y="1832"/>
                  </a:lnTo>
                  <a:lnTo>
                    <a:pt x="1016" y="1839"/>
                  </a:lnTo>
                  <a:lnTo>
                    <a:pt x="969" y="1842"/>
                  </a:lnTo>
                  <a:lnTo>
                    <a:pt x="922" y="1842"/>
                  </a:lnTo>
                  <a:lnTo>
                    <a:pt x="922" y="1842"/>
                  </a:lnTo>
                  <a:lnTo>
                    <a:pt x="875" y="1842"/>
                  </a:lnTo>
                  <a:lnTo>
                    <a:pt x="828" y="1839"/>
                  </a:lnTo>
                  <a:lnTo>
                    <a:pt x="782" y="1832"/>
                  </a:lnTo>
                  <a:lnTo>
                    <a:pt x="737" y="1824"/>
                  </a:lnTo>
                  <a:lnTo>
                    <a:pt x="691" y="1814"/>
                  </a:lnTo>
                  <a:lnTo>
                    <a:pt x="647" y="1801"/>
                  </a:lnTo>
                  <a:lnTo>
                    <a:pt x="605" y="1787"/>
                  </a:lnTo>
                  <a:lnTo>
                    <a:pt x="563" y="1770"/>
                  </a:lnTo>
                  <a:lnTo>
                    <a:pt x="522" y="1753"/>
                  </a:lnTo>
                  <a:lnTo>
                    <a:pt x="483" y="1731"/>
                  </a:lnTo>
                  <a:lnTo>
                    <a:pt x="444" y="1709"/>
                  </a:lnTo>
                  <a:lnTo>
                    <a:pt x="407" y="1686"/>
                  </a:lnTo>
                  <a:lnTo>
                    <a:pt x="371" y="1660"/>
                  </a:lnTo>
                  <a:lnTo>
                    <a:pt x="335" y="1632"/>
                  </a:lnTo>
                  <a:lnTo>
                    <a:pt x="302" y="1603"/>
                  </a:lnTo>
                  <a:lnTo>
                    <a:pt x="270" y="1572"/>
                  </a:lnTo>
                  <a:lnTo>
                    <a:pt x="239" y="1541"/>
                  </a:lnTo>
                  <a:lnTo>
                    <a:pt x="210" y="1507"/>
                  </a:lnTo>
                  <a:lnTo>
                    <a:pt x="184" y="1473"/>
                  </a:lnTo>
                  <a:lnTo>
                    <a:pt x="158" y="1436"/>
                  </a:lnTo>
                  <a:lnTo>
                    <a:pt x="133" y="1398"/>
                  </a:lnTo>
                  <a:lnTo>
                    <a:pt x="111" y="1361"/>
                  </a:lnTo>
                  <a:lnTo>
                    <a:pt x="91" y="1320"/>
                  </a:lnTo>
                  <a:lnTo>
                    <a:pt x="73" y="1279"/>
                  </a:lnTo>
                  <a:lnTo>
                    <a:pt x="55" y="1237"/>
                  </a:lnTo>
                  <a:lnTo>
                    <a:pt x="41" y="1195"/>
                  </a:lnTo>
                  <a:lnTo>
                    <a:pt x="29" y="1151"/>
                  </a:lnTo>
                  <a:lnTo>
                    <a:pt x="20" y="1107"/>
                  </a:lnTo>
                  <a:lnTo>
                    <a:pt x="11" y="1062"/>
                  </a:lnTo>
                  <a:lnTo>
                    <a:pt x="5" y="1014"/>
                  </a:lnTo>
                  <a:lnTo>
                    <a:pt x="2" y="969"/>
                  </a:lnTo>
                  <a:lnTo>
                    <a:pt x="0" y="922"/>
                  </a:lnTo>
                  <a:lnTo>
                    <a:pt x="0" y="922"/>
                  </a:lnTo>
                  <a:lnTo>
                    <a:pt x="2" y="873"/>
                  </a:lnTo>
                  <a:lnTo>
                    <a:pt x="5" y="828"/>
                  </a:lnTo>
                  <a:lnTo>
                    <a:pt x="11" y="780"/>
                  </a:lnTo>
                  <a:lnTo>
                    <a:pt x="20" y="735"/>
                  </a:lnTo>
                  <a:lnTo>
                    <a:pt x="29" y="691"/>
                  </a:lnTo>
                  <a:lnTo>
                    <a:pt x="41" y="647"/>
                  </a:lnTo>
                  <a:lnTo>
                    <a:pt x="55" y="605"/>
                  </a:lnTo>
                  <a:lnTo>
                    <a:pt x="73" y="563"/>
                  </a:lnTo>
                  <a:lnTo>
                    <a:pt x="91" y="522"/>
                  </a:lnTo>
                  <a:lnTo>
                    <a:pt x="111" y="481"/>
                  </a:lnTo>
                  <a:lnTo>
                    <a:pt x="133" y="444"/>
                  </a:lnTo>
                  <a:lnTo>
                    <a:pt x="158" y="406"/>
                  </a:lnTo>
                  <a:lnTo>
                    <a:pt x="184" y="369"/>
                  </a:lnTo>
                  <a:lnTo>
                    <a:pt x="210" y="335"/>
                  </a:lnTo>
                  <a:lnTo>
                    <a:pt x="239" y="301"/>
                  </a:lnTo>
                  <a:lnTo>
                    <a:pt x="270" y="270"/>
                  </a:lnTo>
                  <a:lnTo>
                    <a:pt x="302" y="239"/>
                  </a:lnTo>
                  <a:lnTo>
                    <a:pt x="335" y="210"/>
                  </a:lnTo>
                  <a:lnTo>
                    <a:pt x="371" y="182"/>
                  </a:lnTo>
                  <a:lnTo>
                    <a:pt x="407" y="156"/>
                  </a:lnTo>
                  <a:lnTo>
                    <a:pt x="444" y="133"/>
                  </a:lnTo>
                  <a:lnTo>
                    <a:pt x="483" y="111"/>
                  </a:lnTo>
                  <a:lnTo>
                    <a:pt x="522" y="89"/>
                  </a:lnTo>
                  <a:lnTo>
                    <a:pt x="563" y="72"/>
                  </a:lnTo>
                  <a:lnTo>
                    <a:pt x="605" y="55"/>
                  </a:lnTo>
                  <a:lnTo>
                    <a:pt x="647" y="41"/>
                  </a:lnTo>
                  <a:lnTo>
                    <a:pt x="691" y="28"/>
                  </a:lnTo>
                  <a:lnTo>
                    <a:pt x="737" y="18"/>
                  </a:lnTo>
                  <a:lnTo>
                    <a:pt x="782" y="10"/>
                  </a:lnTo>
                  <a:lnTo>
                    <a:pt x="828" y="5"/>
                  </a:lnTo>
                  <a:lnTo>
                    <a:pt x="875" y="0"/>
                  </a:lnTo>
                  <a:lnTo>
                    <a:pt x="922" y="0"/>
                  </a:lnTo>
                  <a:lnTo>
                    <a:pt x="922" y="0"/>
                  </a:lnTo>
                  <a:lnTo>
                    <a:pt x="969" y="0"/>
                  </a:lnTo>
                  <a:lnTo>
                    <a:pt x="1016" y="5"/>
                  </a:lnTo>
                  <a:lnTo>
                    <a:pt x="1062" y="10"/>
                  </a:lnTo>
                  <a:lnTo>
                    <a:pt x="1107" y="18"/>
                  </a:lnTo>
                  <a:lnTo>
                    <a:pt x="1153" y="28"/>
                  </a:lnTo>
                  <a:lnTo>
                    <a:pt x="1197" y="41"/>
                  </a:lnTo>
                  <a:lnTo>
                    <a:pt x="1239" y="55"/>
                  </a:lnTo>
                  <a:lnTo>
                    <a:pt x="1281" y="72"/>
                  </a:lnTo>
                  <a:lnTo>
                    <a:pt x="1322" y="89"/>
                  </a:lnTo>
                  <a:lnTo>
                    <a:pt x="1361" y="111"/>
                  </a:lnTo>
                  <a:lnTo>
                    <a:pt x="1400" y="133"/>
                  </a:lnTo>
                  <a:lnTo>
                    <a:pt x="1437" y="156"/>
                  </a:lnTo>
                  <a:lnTo>
                    <a:pt x="1473" y="182"/>
                  </a:lnTo>
                  <a:lnTo>
                    <a:pt x="1509" y="210"/>
                  </a:lnTo>
                  <a:lnTo>
                    <a:pt x="1542" y="239"/>
                  </a:lnTo>
                  <a:lnTo>
                    <a:pt x="1574" y="270"/>
                  </a:lnTo>
                  <a:lnTo>
                    <a:pt x="1605" y="301"/>
                  </a:lnTo>
                  <a:lnTo>
                    <a:pt x="1633" y="335"/>
                  </a:lnTo>
                  <a:lnTo>
                    <a:pt x="1660" y="369"/>
                  </a:lnTo>
                  <a:lnTo>
                    <a:pt x="1686" y="406"/>
                  </a:lnTo>
                  <a:lnTo>
                    <a:pt x="1711" y="444"/>
                  </a:lnTo>
                  <a:lnTo>
                    <a:pt x="1732" y="481"/>
                  </a:lnTo>
                  <a:lnTo>
                    <a:pt x="1753" y="522"/>
                  </a:lnTo>
                  <a:lnTo>
                    <a:pt x="1771" y="563"/>
                  </a:lnTo>
                  <a:lnTo>
                    <a:pt x="1787" y="605"/>
                  </a:lnTo>
                  <a:lnTo>
                    <a:pt x="1802" y="647"/>
                  </a:lnTo>
                  <a:lnTo>
                    <a:pt x="1815" y="691"/>
                  </a:lnTo>
                  <a:lnTo>
                    <a:pt x="1824" y="735"/>
                  </a:lnTo>
                  <a:lnTo>
                    <a:pt x="1833" y="780"/>
                  </a:lnTo>
                  <a:lnTo>
                    <a:pt x="1839" y="828"/>
                  </a:lnTo>
                  <a:lnTo>
                    <a:pt x="1842" y="873"/>
                  </a:lnTo>
                  <a:lnTo>
                    <a:pt x="1844" y="922"/>
                  </a:lnTo>
                  <a:lnTo>
                    <a:pt x="1844" y="922"/>
                  </a:lnTo>
                  <a:close/>
                </a:path>
              </a:pathLst>
            </a:custGeom>
            <a:solidFill>
              <a:srgbClr val="BC9D45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667">
                <a:latin typeface="Arial" pitchFamily="34" charset="0"/>
                <a:cs typeface="Arial" pitchFamily="34" charset="0"/>
              </a:endParaRPr>
            </a:p>
          </p:txBody>
        </p:sp>
        <p:sp>
          <p:nvSpPr>
            <p:cNvPr id="22" name="Freeform 6"/>
            <p:cNvSpPr>
              <a:spLocks/>
            </p:cNvSpPr>
            <p:nvPr/>
          </p:nvSpPr>
          <p:spPr bwMode="auto">
            <a:xfrm>
              <a:off x="-957263" y="1725613"/>
              <a:ext cx="965200" cy="820737"/>
            </a:xfrm>
            <a:custGeom>
              <a:avLst/>
              <a:gdLst/>
              <a:ahLst/>
              <a:cxnLst>
                <a:cxn ang="0">
                  <a:pos x="628" y="1010"/>
                </a:cxn>
                <a:cxn ang="0">
                  <a:pos x="608" y="981"/>
                </a:cxn>
                <a:cxn ang="0">
                  <a:pos x="601" y="946"/>
                </a:cxn>
                <a:cxn ang="0">
                  <a:pos x="608" y="912"/>
                </a:cxn>
                <a:cxn ang="0">
                  <a:pos x="628" y="883"/>
                </a:cxn>
                <a:cxn ang="0">
                  <a:pos x="101" y="620"/>
                </a:cxn>
                <a:cxn ang="0">
                  <a:pos x="91" y="618"/>
                </a:cxn>
                <a:cxn ang="0">
                  <a:pos x="71" y="615"/>
                </a:cxn>
                <a:cxn ang="0">
                  <a:pos x="44" y="602"/>
                </a:cxn>
                <a:cxn ang="0">
                  <a:pos x="16" y="574"/>
                </a:cxn>
                <a:cxn ang="0">
                  <a:pos x="5" y="548"/>
                </a:cxn>
                <a:cxn ang="0">
                  <a:pos x="0" y="529"/>
                </a:cxn>
                <a:cxn ang="0">
                  <a:pos x="0" y="519"/>
                </a:cxn>
                <a:cxn ang="0">
                  <a:pos x="1" y="498"/>
                </a:cxn>
                <a:cxn ang="0">
                  <a:pos x="8" y="478"/>
                </a:cxn>
                <a:cxn ang="0">
                  <a:pos x="29" y="447"/>
                </a:cxn>
                <a:cxn ang="0">
                  <a:pos x="62" y="425"/>
                </a:cxn>
                <a:cxn ang="0">
                  <a:pos x="81" y="420"/>
                </a:cxn>
                <a:cxn ang="0">
                  <a:pos x="101" y="418"/>
                </a:cxn>
                <a:cxn ang="0">
                  <a:pos x="628" y="153"/>
                </a:cxn>
                <a:cxn ang="0">
                  <a:pos x="616" y="138"/>
                </a:cxn>
                <a:cxn ang="0">
                  <a:pos x="603" y="106"/>
                </a:cxn>
                <a:cxn ang="0">
                  <a:pos x="603" y="73"/>
                </a:cxn>
                <a:cxn ang="0">
                  <a:pos x="616" y="41"/>
                </a:cxn>
                <a:cxn ang="0">
                  <a:pos x="628" y="26"/>
                </a:cxn>
                <a:cxn ang="0">
                  <a:pos x="658" y="7"/>
                </a:cxn>
                <a:cxn ang="0">
                  <a:pos x="693" y="0"/>
                </a:cxn>
                <a:cxn ang="0">
                  <a:pos x="727" y="7"/>
                </a:cxn>
                <a:cxn ang="0">
                  <a:pos x="756" y="26"/>
                </a:cxn>
                <a:cxn ang="0">
                  <a:pos x="1190" y="455"/>
                </a:cxn>
                <a:cxn ang="0">
                  <a:pos x="1210" y="485"/>
                </a:cxn>
                <a:cxn ang="0">
                  <a:pos x="1216" y="519"/>
                </a:cxn>
                <a:cxn ang="0">
                  <a:pos x="1210" y="551"/>
                </a:cxn>
                <a:cxn ang="0">
                  <a:pos x="1190" y="581"/>
                </a:cxn>
                <a:cxn ang="0">
                  <a:pos x="756" y="1010"/>
                </a:cxn>
                <a:cxn ang="0">
                  <a:pos x="727" y="1029"/>
                </a:cxn>
                <a:cxn ang="0">
                  <a:pos x="693" y="1036"/>
                </a:cxn>
                <a:cxn ang="0">
                  <a:pos x="658" y="1029"/>
                </a:cxn>
                <a:cxn ang="0">
                  <a:pos x="628" y="1010"/>
                </a:cxn>
              </a:cxnLst>
              <a:rect l="0" t="0" r="r" b="b"/>
              <a:pathLst>
                <a:path w="1216" h="1036">
                  <a:moveTo>
                    <a:pt x="628" y="1010"/>
                  </a:moveTo>
                  <a:lnTo>
                    <a:pt x="628" y="1010"/>
                  </a:lnTo>
                  <a:lnTo>
                    <a:pt x="616" y="995"/>
                  </a:lnTo>
                  <a:lnTo>
                    <a:pt x="608" y="981"/>
                  </a:lnTo>
                  <a:lnTo>
                    <a:pt x="603" y="963"/>
                  </a:lnTo>
                  <a:lnTo>
                    <a:pt x="601" y="946"/>
                  </a:lnTo>
                  <a:lnTo>
                    <a:pt x="603" y="930"/>
                  </a:lnTo>
                  <a:lnTo>
                    <a:pt x="608" y="912"/>
                  </a:lnTo>
                  <a:lnTo>
                    <a:pt x="616" y="898"/>
                  </a:lnTo>
                  <a:lnTo>
                    <a:pt x="628" y="883"/>
                  </a:lnTo>
                  <a:lnTo>
                    <a:pt x="896" y="620"/>
                  </a:lnTo>
                  <a:lnTo>
                    <a:pt x="101" y="620"/>
                  </a:lnTo>
                  <a:lnTo>
                    <a:pt x="101" y="620"/>
                  </a:lnTo>
                  <a:lnTo>
                    <a:pt x="91" y="618"/>
                  </a:lnTo>
                  <a:lnTo>
                    <a:pt x="81" y="616"/>
                  </a:lnTo>
                  <a:lnTo>
                    <a:pt x="71" y="615"/>
                  </a:lnTo>
                  <a:lnTo>
                    <a:pt x="62" y="611"/>
                  </a:lnTo>
                  <a:lnTo>
                    <a:pt x="44" y="602"/>
                  </a:lnTo>
                  <a:lnTo>
                    <a:pt x="29" y="589"/>
                  </a:lnTo>
                  <a:lnTo>
                    <a:pt x="16" y="574"/>
                  </a:lnTo>
                  <a:lnTo>
                    <a:pt x="8" y="558"/>
                  </a:lnTo>
                  <a:lnTo>
                    <a:pt x="5" y="548"/>
                  </a:lnTo>
                  <a:lnTo>
                    <a:pt x="1" y="538"/>
                  </a:lnTo>
                  <a:lnTo>
                    <a:pt x="0" y="529"/>
                  </a:lnTo>
                  <a:lnTo>
                    <a:pt x="0" y="519"/>
                  </a:lnTo>
                  <a:lnTo>
                    <a:pt x="0" y="519"/>
                  </a:lnTo>
                  <a:lnTo>
                    <a:pt x="0" y="507"/>
                  </a:lnTo>
                  <a:lnTo>
                    <a:pt x="1" y="498"/>
                  </a:lnTo>
                  <a:lnTo>
                    <a:pt x="5" y="488"/>
                  </a:lnTo>
                  <a:lnTo>
                    <a:pt x="8" y="478"/>
                  </a:lnTo>
                  <a:lnTo>
                    <a:pt x="16" y="462"/>
                  </a:lnTo>
                  <a:lnTo>
                    <a:pt x="29" y="447"/>
                  </a:lnTo>
                  <a:lnTo>
                    <a:pt x="44" y="434"/>
                  </a:lnTo>
                  <a:lnTo>
                    <a:pt x="62" y="425"/>
                  </a:lnTo>
                  <a:lnTo>
                    <a:pt x="71" y="421"/>
                  </a:lnTo>
                  <a:lnTo>
                    <a:pt x="81" y="420"/>
                  </a:lnTo>
                  <a:lnTo>
                    <a:pt x="91" y="418"/>
                  </a:lnTo>
                  <a:lnTo>
                    <a:pt x="101" y="418"/>
                  </a:lnTo>
                  <a:lnTo>
                    <a:pt x="896" y="418"/>
                  </a:lnTo>
                  <a:lnTo>
                    <a:pt x="628" y="153"/>
                  </a:lnTo>
                  <a:lnTo>
                    <a:pt x="628" y="153"/>
                  </a:lnTo>
                  <a:lnTo>
                    <a:pt x="616" y="138"/>
                  </a:lnTo>
                  <a:lnTo>
                    <a:pt x="608" y="124"/>
                  </a:lnTo>
                  <a:lnTo>
                    <a:pt x="603" y="106"/>
                  </a:lnTo>
                  <a:lnTo>
                    <a:pt x="601" y="90"/>
                  </a:lnTo>
                  <a:lnTo>
                    <a:pt x="603" y="73"/>
                  </a:lnTo>
                  <a:lnTo>
                    <a:pt x="608" y="55"/>
                  </a:lnTo>
                  <a:lnTo>
                    <a:pt x="616" y="41"/>
                  </a:lnTo>
                  <a:lnTo>
                    <a:pt x="628" y="26"/>
                  </a:lnTo>
                  <a:lnTo>
                    <a:pt x="628" y="26"/>
                  </a:lnTo>
                  <a:lnTo>
                    <a:pt x="642" y="15"/>
                  </a:lnTo>
                  <a:lnTo>
                    <a:pt x="658" y="7"/>
                  </a:lnTo>
                  <a:lnTo>
                    <a:pt x="675" y="2"/>
                  </a:lnTo>
                  <a:lnTo>
                    <a:pt x="693" y="0"/>
                  </a:lnTo>
                  <a:lnTo>
                    <a:pt x="709" y="2"/>
                  </a:lnTo>
                  <a:lnTo>
                    <a:pt x="727" y="7"/>
                  </a:lnTo>
                  <a:lnTo>
                    <a:pt x="741" y="15"/>
                  </a:lnTo>
                  <a:lnTo>
                    <a:pt x="756" y="26"/>
                  </a:lnTo>
                  <a:lnTo>
                    <a:pt x="1190" y="455"/>
                  </a:lnTo>
                  <a:lnTo>
                    <a:pt x="1190" y="455"/>
                  </a:lnTo>
                  <a:lnTo>
                    <a:pt x="1202" y="468"/>
                  </a:lnTo>
                  <a:lnTo>
                    <a:pt x="1210" y="485"/>
                  </a:lnTo>
                  <a:lnTo>
                    <a:pt x="1215" y="501"/>
                  </a:lnTo>
                  <a:lnTo>
                    <a:pt x="1216" y="519"/>
                  </a:lnTo>
                  <a:lnTo>
                    <a:pt x="1215" y="535"/>
                  </a:lnTo>
                  <a:lnTo>
                    <a:pt x="1210" y="551"/>
                  </a:lnTo>
                  <a:lnTo>
                    <a:pt x="1202" y="568"/>
                  </a:lnTo>
                  <a:lnTo>
                    <a:pt x="1190" y="581"/>
                  </a:lnTo>
                  <a:lnTo>
                    <a:pt x="756" y="1010"/>
                  </a:lnTo>
                  <a:lnTo>
                    <a:pt x="756" y="1010"/>
                  </a:lnTo>
                  <a:lnTo>
                    <a:pt x="741" y="1021"/>
                  </a:lnTo>
                  <a:lnTo>
                    <a:pt x="727" y="1029"/>
                  </a:lnTo>
                  <a:lnTo>
                    <a:pt x="709" y="1034"/>
                  </a:lnTo>
                  <a:lnTo>
                    <a:pt x="693" y="1036"/>
                  </a:lnTo>
                  <a:lnTo>
                    <a:pt x="675" y="1034"/>
                  </a:lnTo>
                  <a:lnTo>
                    <a:pt x="658" y="1029"/>
                  </a:lnTo>
                  <a:lnTo>
                    <a:pt x="642" y="1021"/>
                  </a:lnTo>
                  <a:lnTo>
                    <a:pt x="628" y="1010"/>
                  </a:lnTo>
                  <a:lnTo>
                    <a:pt x="628" y="1010"/>
                  </a:lnTo>
                  <a:close/>
                </a:path>
              </a:pathLst>
            </a:custGeom>
            <a:solidFill>
              <a:srgbClr val="FFFFFF"/>
            </a:solidFill>
            <a:ln w="9525">
              <a:noFill/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/>
            <a:p>
              <a:endParaRPr lang="en-US" sz="2667">
                <a:latin typeface="Arial" pitchFamily="34" charset="0"/>
                <a:cs typeface="Arial" pitchFamily="34" charset="0"/>
              </a:endParaRPr>
            </a:p>
          </p:txBody>
        </p:sp>
      </p:grpSp>
    </p:spTree>
    <p:extLst>
      <p:ext uri="{BB962C8B-B14F-4D97-AF65-F5344CB8AC3E}">
        <p14:creationId xmlns:p14="http://schemas.microsoft.com/office/powerpoint/2010/main" val="129765962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empty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Espace réservé de la date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r>
              <a:rPr lang="en-US" noProof="0"/>
              <a:t>Title of the presentation l Date</a:t>
            </a:r>
          </a:p>
        </p:txBody>
      </p:sp>
      <p:sp>
        <p:nvSpPr>
          <p:cNvPr id="4" name="Espace réservé du pied de page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 noProof="0"/>
              <a:t>CONFIDENTIALITY LEVEL</a:t>
            </a:r>
          </a:p>
        </p:txBody>
      </p:sp>
      <p:pic>
        <p:nvPicPr>
          <p:cNvPr id="6" name="Logo AXA" descr="\\Mac\AllFiles\Volumes\DOSSIERS EN COURS\17_1098 AXA_Creation_gabarits\elements\png\new_logo_axa_rgb.png"/>
          <p:cNvPicPr>
            <a:picLocks noChangeAspect="1" noChangeArrowheads="1"/>
          </p:cNvPicPr>
          <p:nvPr userDrawn="1"/>
        </p:nvPicPr>
        <p:blipFill>
          <a:blip r:embed="rId2" cstate="print"/>
          <a:srcRect/>
          <a:stretch>
            <a:fillRect/>
          </a:stretch>
        </p:blipFill>
        <p:spPr bwMode="auto">
          <a:xfrm>
            <a:off x="11842062" y="6502970"/>
            <a:ext cx="235972" cy="236063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" name="Sommaire"/>
          <p:cNvSpPr>
            <a:spLocks noGrp="1"/>
          </p:cNvSpPr>
          <p:nvPr>
            <p:ph type="title" hasCustomPrompt="1"/>
          </p:nvPr>
        </p:nvSpPr>
        <p:spPr>
          <a:xfrm>
            <a:off x="312000" y="274638"/>
            <a:ext cx="11760000" cy="470429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algn="l">
              <a:defRPr sz="3200">
                <a:solidFill>
                  <a:srgbClr val="00008F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 noProof="0"/>
              <a:t>Title </a:t>
            </a:r>
          </a:p>
        </p:txBody>
      </p:sp>
      <p:sp>
        <p:nvSpPr>
          <p:cNvPr id="8" name="Espace réservé du texte 4"/>
          <p:cNvSpPr>
            <a:spLocks noGrp="1"/>
          </p:cNvSpPr>
          <p:nvPr>
            <p:ph type="body" sz="quarter" idx="12" hasCustomPrompt="1"/>
          </p:nvPr>
        </p:nvSpPr>
        <p:spPr>
          <a:xfrm>
            <a:off x="311999" y="762274"/>
            <a:ext cx="11760000" cy="380727"/>
          </a:xfrm>
          <a:prstGeom prst="rect">
            <a:avLst/>
          </a:prstGeom>
        </p:spPr>
        <p:txBody>
          <a:bodyPr lIns="0" tIns="0" rIns="0" bIns="0" anchor="ctr">
            <a:noAutofit/>
          </a:bodyPr>
          <a:lstStyle>
            <a:lvl1pPr marL="0" indent="0">
              <a:buNone/>
              <a:defRPr sz="2400">
                <a:solidFill>
                  <a:srgbClr val="914146"/>
                </a:solidFill>
                <a:latin typeface="+mn-lt"/>
                <a:cs typeface="Arial" pitchFamily="34" charset="0"/>
              </a:defRPr>
            </a:lvl1pPr>
          </a:lstStyle>
          <a:p>
            <a:r>
              <a:rPr lang="en-US"/>
              <a:t>Subtitle or next title (optional)</a:t>
            </a:r>
          </a:p>
        </p:txBody>
      </p:sp>
    </p:spTree>
    <p:extLst>
      <p:ext uri="{BB962C8B-B14F-4D97-AF65-F5344CB8AC3E}">
        <p14:creationId xmlns:p14="http://schemas.microsoft.com/office/powerpoint/2010/main" val="3596905077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Title and Content with subtitl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" name="Object 2" hidden="1">
            <a:extLst>
              <a:ext uri="{FF2B5EF4-FFF2-40B4-BE49-F238E27FC236}">
                <a16:creationId xmlns:a16="http://schemas.microsoft.com/office/drawing/2014/main" id="{B1675CD4-4940-458C-97F8-A0D879E01CB0}"/>
              </a:ext>
            </a:extLst>
          </p:cNvPr>
          <p:cNvGraphicFramePr>
            <a:graphicFrameLocks noChangeAspect="1"/>
          </p:cNvGraphicFramePr>
          <p:nvPr userDrawn="1">
            <p:custDataLst>
              <p:tags r:id="rId2"/>
            </p:custDataLst>
            <p:extLst>
              <p:ext uri="{D42A27DB-BD31-4B8C-83A1-F6EECF244321}">
                <p14:modId xmlns:p14="http://schemas.microsoft.com/office/powerpoint/2010/main" val="1189561832"/>
              </p:ext>
            </p:extLst>
          </p:nvPr>
        </p:nvGraphicFramePr>
        <p:xfrm>
          <a:off x="1589" y="1589"/>
          <a:ext cx="1588" cy="158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think-cell Slide" r:id="rId4" imgW="421" imgH="423" progId="TCLayout.ActiveDocument.1">
                  <p:embed/>
                </p:oleObj>
              </mc:Choice>
              <mc:Fallback>
                <p:oleObj name="think-cell Slide" r:id="rId4" imgW="421" imgH="423" progId="TCLayout.ActiveDocument.1">
                  <p:embed/>
                  <p:pic>
                    <p:nvPicPr>
                      <p:cNvPr id="3" name="Object 2" hidden="1">
                        <a:extLst>
                          <a:ext uri="{FF2B5EF4-FFF2-40B4-BE49-F238E27FC236}">
                            <a16:creationId xmlns:a16="http://schemas.microsoft.com/office/drawing/2014/main" id="{B1675CD4-4940-458C-97F8-A0D879E01CB0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5"/>
                      <a:stretch>
                        <a:fillRect/>
                      </a:stretch>
                    </p:blipFill>
                    <p:spPr>
                      <a:xfrm>
                        <a:off x="1589" y="1589"/>
                        <a:ext cx="1588" cy="158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837A8E3-5F5E-4216-B243-65CE50AC3195}"/>
              </a:ext>
            </a:extLst>
          </p:cNvPr>
          <p:cNvSpPr>
            <a:spLocks noGrp="1"/>
          </p:cNvSpPr>
          <p:nvPr>
            <p:ph sz="quarter" idx="18" hasCustomPrompt="1"/>
          </p:nvPr>
        </p:nvSpPr>
        <p:spPr>
          <a:xfrm>
            <a:off x="587377" y="1664507"/>
            <a:ext cx="10980737" cy="4555424"/>
          </a:xfrm>
        </p:spPr>
        <p:txBody>
          <a:bodyPr/>
          <a:lstStyle>
            <a:lvl1pPr>
              <a:buClr>
                <a:schemeClr val="tx2"/>
              </a:buClr>
              <a:defRPr/>
            </a:lvl1pPr>
            <a:lvl2pPr>
              <a:buClr>
                <a:schemeClr val="tx2"/>
              </a:buClr>
              <a:defRPr/>
            </a:lvl2pPr>
            <a:lvl3pPr>
              <a:buClr>
                <a:schemeClr val="tx2"/>
              </a:buClr>
              <a:defRPr/>
            </a:lvl3pPr>
          </a:lstStyle>
          <a:p>
            <a:pPr lvl="0"/>
            <a:r>
              <a:rPr lang="en-US"/>
              <a:t>Bullet level 1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endParaRPr lang="en-US"/>
          </a:p>
        </p:txBody>
      </p: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2717F412-D778-B8FA-7EEE-09A847F092A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587375" y="393192"/>
            <a:ext cx="10980739" cy="547200"/>
          </a:xfrm>
        </p:spPr>
        <p:txBody>
          <a:bodyPr/>
          <a:lstStyle>
            <a:lvl1pPr marL="0" indent="0">
              <a:buNone/>
              <a:defRPr sz="2400" b="1">
                <a:solidFill>
                  <a:schemeClr val="bg2"/>
                </a:solidFill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H1 Heading Placeholder</a:t>
            </a:r>
            <a:endParaRPr lang="en-IN"/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B4BF7D9-C46B-DE28-69BB-D39137BDE202}"/>
              </a:ext>
            </a:extLst>
          </p:cNvPr>
          <p:cNvSpPr>
            <a:spLocks noGrp="1"/>
          </p:cNvSpPr>
          <p:nvPr>
            <p:ph type="body" sz="quarter" idx="21" hasCustomPrompt="1"/>
          </p:nvPr>
        </p:nvSpPr>
        <p:spPr>
          <a:xfrm>
            <a:off x="587375" y="1021313"/>
            <a:ext cx="10980739" cy="456564"/>
          </a:xfrm>
        </p:spPr>
        <p:txBody>
          <a:bodyPr anchor="ctr"/>
          <a:lstStyle>
            <a:lvl1pPr marL="0" indent="0">
              <a:buNone/>
              <a:defRPr sz="1800" b="0">
                <a:solidFill>
                  <a:schemeClr val="tx1"/>
                </a:solidFill>
              </a:defRPr>
            </a:lvl1pPr>
            <a:lvl2pPr marL="228594" indent="0">
              <a:buNone/>
              <a:defRPr/>
            </a:lvl2pPr>
            <a:lvl3pPr marL="457189" indent="0">
              <a:buNone/>
              <a:defRPr/>
            </a:lvl3pPr>
            <a:lvl4pPr marL="685783" indent="0">
              <a:buNone/>
              <a:defRPr/>
            </a:lvl4pPr>
            <a:lvl5pPr marL="914377" indent="0">
              <a:buNone/>
              <a:defRPr/>
            </a:lvl5pPr>
          </a:lstStyle>
          <a:p>
            <a:pPr lvl="0"/>
            <a:r>
              <a:rPr lang="en-US"/>
              <a:t>Subtitle goes here</a:t>
            </a:r>
          </a:p>
        </p:txBody>
      </p:sp>
    </p:spTree>
    <p:custDataLst>
      <p:tags r:id="rId1"/>
    </p:custDataLst>
    <p:extLst>
      <p:ext uri="{BB962C8B-B14F-4D97-AF65-F5344CB8AC3E}">
        <p14:creationId xmlns:p14="http://schemas.microsoft.com/office/powerpoint/2010/main" val="624348804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DA2D935-1119-4B36-4071-D4CB1EFA8BD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12D63-4036-425A-95D6-83CC99E6770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75BE2920-64C3-1FD9-1115-B6D618942FE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E8DF7F5C-378A-E5E3-6DEE-26CD4755643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6C798-B205-4132-BB56-D59B95703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59105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A6656B0-3DC6-C0A6-9591-B59DC17AF77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D85D11ED-2907-8709-EF90-0B16A3CAA5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30857C-C0C9-6249-C7F6-6EE65257D46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F12D63-4036-425A-95D6-83CC99E6770D}" type="datetimeFigureOut">
              <a:rPr lang="en-US" smtClean="0"/>
              <a:t>5/14/2026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64A577EE-D640-A67B-343B-4879580BD6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E0C4201-A695-FEA8-548A-59E07F0E3C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AF6C798-B205-4132-BB56-D59B95703AC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312899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theme" Target="../theme/theme1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Espace réservé du numéro de diapositive 4"/>
          <p:cNvSpPr txBox="1">
            <a:spLocks/>
          </p:cNvSpPr>
          <p:nvPr userDrawn="1"/>
        </p:nvSpPr>
        <p:spPr>
          <a:xfrm>
            <a:off x="11262" y="6483880"/>
            <a:ext cx="824796" cy="332848"/>
          </a:xfrm>
          <a:prstGeom prst="rect">
            <a:avLst/>
          </a:prstGeom>
        </p:spPr>
        <p:txBody>
          <a:bodyPr vert="horz" lIns="108837" tIns="54419" rIns="108837" bIns="54419" rtlCol="0" anchor="ctr"/>
          <a:lstStyle>
            <a:lvl1pPr>
              <a:defRPr>
                <a:latin typeface="+mj-lt"/>
              </a:defRPr>
            </a:lvl1pPr>
          </a:lstStyle>
          <a:p>
            <a:pPr marL="0" marR="0" lvl="0" indent="0" algn="ctr" defTabSz="1088351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438FEFB8-6B6E-4DC1-A5E4-A1258711B442}" type="slidenum">
              <a:rPr kumimoji="0" lang="en-US" sz="1067" b="0" i="0" u="none" strike="noStrike" kern="1200" cap="none" spc="0" normalizeH="0" baseline="0" noProof="0" smtClean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Source Sans Pro" pitchFamily="34" charset="0"/>
                <a:ea typeface="+mn-ea"/>
                <a:cs typeface="Arial" pitchFamily="34" charset="0"/>
              </a:rPr>
              <a:pPr marL="0" marR="0" lvl="0" indent="0" algn="ctr" defTabSz="1088351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en-US" sz="1067" b="0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Source Sans Pro" pitchFamily="34" charset="0"/>
              <a:ea typeface="+mn-ea"/>
              <a:cs typeface="Arial" pitchFamily="34" charset="0"/>
            </a:endParaRPr>
          </a:p>
        </p:txBody>
      </p:sp>
      <p:sp>
        <p:nvSpPr>
          <p:cNvPr id="3" name="Espace réservé de la date 1"/>
          <p:cNvSpPr>
            <a:spLocks noGrp="1"/>
          </p:cNvSpPr>
          <p:nvPr>
            <p:ph type="dt" sz="half" idx="2"/>
          </p:nvPr>
        </p:nvSpPr>
        <p:spPr>
          <a:xfrm>
            <a:off x="667005" y="6541947"/>
            <a:ext cx="2954020" cy="233363"/>
          </a:xfrm>
          <a:prstGeom prst="rect">
            <a:avLst/>
          </a:prstGeom>
        </p:spPr>
        <p:txBody>
          <a:bodyPr vert="horz" lIns="81628" tIns="40814" rIns="81628" bIns="40814" rtlCol="0" anchor="ctr"/>
          <a:lstStyle>
            <a:lvl1pPr algn="l">
              <a:defRPr sz="1067">
                <a:solidFill>
                  <a:schemeClr val="tx1"/>
                </a:solidFill>
                <a:latin typeface="Source Sans Pro" pitchFamily="34" charset="0"/>
              </a:defRPr>
            </a:lvl1pPr>
          </a:lstStyle>
          <a:p>
            <a:r>
              <a:rPr lang="en-US" noProof="0"/>
              <a:t>Title of the presentation l Date</a:t>
            </a:r>
          </a:p>
        </p:txBody>
      </p:sp>
      <p:sp>
        <p:nvSpPr>
          <p:cNvPr id="5" name="Espace réservé du pied de page 2"/>
          <p:cNvSpPr>
            <a:spLocks noGrp="1"/>
          </p:cNvSpPr>
          <p:nvPr>
            <p:ph type="ftr" sz="quarter" idx="3"/>
          </p:nvPr>
        </p:nvSpPr>
        <p:spPr>
          <a:xfrm>
            <a:off x="4435943" y="6541947"/>
            <a:ext cx="3299883" cy="233363"/>
          </a:xfrm>
          <a:prstGeom prst="rect">
            <a:avLst/>
          </a:prstGeom>
        </p:spPr>
        <p:txBody>
          <a:bodyPr vert="horz" lIns="81628" tIns="40814" rIns="81628" bIns="40814" rtlCol="0" anchor="ctr"/>
          <a:lstStyle>
            <a:lvl1pPr algn="ctr">
              <a:defRPr sz="1067">
                <a:solidFill>
                  <a:srgbClr val="FF0000"/>
                </a:solidFill>
                <a:latin typeface="Source Sans Pro" pitchFamily="34" charset="0"/>
              </a:defRPr>
            </a:lvl1pPr>
          </a:lstStyle>
          <a:p>
            <a:r>
              <a:rPr lang="en-US" noProof="0"/>
              <a:t>CONFIDENTIALITY LEVEL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90406C51-B765-4F04-79ED-A8A0B8AFCDD1}"/>
              </a:ext>
            </a:extLst>
          </p:cNvPr>
          <p:cNvSpPr txBox="1"/>
          <p:nvPr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95112" y="6642100"/>
            <a:ext cx="10271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en-US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AXA - GBS Internal</a:t>
            </a:r>
          </a:p>
        </p:txBody>
      </p:sp>
    </p:spTree>
    <p:extLst>
      <p:ext uri="{BB962C8B-B14F-4D97-AF65-F5344CB8AC3E}">
        <p14:creationId xmlns:p14="http://schemas.microsoft.com/office/powerpoint/2010/main" val="158762362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5" r:id="rId1"/>
    <p:sldLayoutId id="2147483716" r:id="rId2"/>
    <p:sldLayoutId id="2147483717" r:id="rId3"/>
    <p:sldLayoutId id="2147483718" r:id="rId4"/>
    <p:sldLayoutId id="2147483719" r:id="rId5"/>
    <p:sldLayoutId id="2147483720" r:id="rId6"/>
    <p:sldLayoutId id="2147483721" r:id="rId7"/>
    <p:sldLayoutId id="2147483722" r:id="rId8"/>
    <p:sldLayoutId id="2147483723" r:id="rId9"/>
    <p:sldLayoutId id="2147483724" r:id="rId10"/>
    <p:sldLayoutId id="2147483725" r:id="rId11"/>
    <p:sldLayoutId id="2147483726" r:id="rId12"/>
    <p:sldLayoutId id="2147483727" r:id="rId13"/>
    <p:sldLayoutId id="2147483728" r:id="rId14"/>
    <p:sldLayoutId id="2147483729" r:id="rId15"/>
  </p:sldLayoutIdLst>
  <p:hf sldNum="0" hdr="0"/>
  <p:txStyles>
    <p:titleStyle>
      <a:lvl1pPr algn="ctr" defTabSz="1087546" rtl="0" eaLnBrk="0" fontAlgn="base" hangingPunct="0">
        <a:spcBef>
          <a:spcPct val="0"/>
        </a:spcBef>
        <a:spcAft>
          <a:spcPct val="0"/>
        </a:spcAft>
        <a:defRPr sz="5333" kern="1200">
          <a:solidFill>
            <a:schemeClr val="tx1"/>
          </a:solidFill>
          <a:latin typeface="+mj-lt"/>
          <a:ea typeface="+mj-ea"/>
          <a:cs typeface="+mj-cs"/>
        </a:defRPr>
      </a:lvl1pPr>
      <a:lvl2pPr algn="ctr" defTabSz="1087546" rtl="0" eaLnBrk="0" fontAlgn="base" hangingPunct="0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Source Sans Pro" pitchFamily="34" charset="0"/>
        </a:defRPr>
      </a:lvl2pPr>
      <a:lvl3pPr algn="ctr" defTabSz="1087546" rtl="0" eaLnBrk="0" fontAlgn="base" hangingPunct="0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Source Sans Pro" pitchFamily="34" charset="0"/>
        </a:defRPr>
      </a:lvl3pPr>
      <a:lvl4pPr algn="ctr" defTabSz="1087546" rtl="0" eaLnBrk="0" fontAlgn="base" hangingPunct="0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Source Sans Pro" pitchFamily="34" charset="0"/>
        </a:defRPr>
      </a:lvl4pPr>
      <a:lvl5pPr algn="ctr" defTabSz="1087546" rtl="0" eaLnBrk="0" fontAlgn="base" hangingPunct="0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Source Sans Pro" pitchFamily="34" charset="0"/>
        </a:defRPr>
      </a:lvl5pPr>
      <a:lvl6pPr marL="713469" algn="ctr" defTabSz="1087546" rtl="0" fontAlgn="base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Calibri" pitchFamily="34" charset="0"/>
        </a:defRPr>
      </a:lvl6pPr>
      <a:lvl7pPr marL="1426938" algn="ctr" defTabSz="1087546" rtl="0" fontAlgn="base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Calibri" pitchFamily="34" charset="0"/>
        </a:defRPr>
      </a:lvl7pPr>
      <a:lvl8pPr marL="2140408" algn="ctr" defTabSz="1087546" rtl="0" fontAlgn="base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Calibri" pitchFamily="34" charset="0"/>
        </a:defRPr>
      </a:lvl8pPr>
      <a:lvl9pPr marL="2853878" algn="ctr" defTabSz="1087546" rtl="0" fontAlgn="base">
        <a:spcBef>
          <a:spcPct val="0"/>
        </a:spcBef>
        <a:spcAft>
          <a:spcPct val="0"/>
        </a:spcAft>
        <a:defRPr sz="5333">
          <a:solidFill>
            <a:schemeClr val="tx1"/>
          </a:solidFill>
          <a:latin typeface="Calibri" pitchFamily="34" charset="0"/>
        </a:defRPr>
      </a:lvl9pPr>
    </p:titleStyle>
    <p:bodyStyle>
      <a:lvl1pPr marL="406282" indent="-406282" algn="l" defTabSz="1087546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sz="3733" kern="1200">
          <a:solidFill>
            <a:schemeClr val="tx1"/>
          </a:solidFill>
          <a:latin typeface="+mn-lt"/>
          <a:ea typeface="+mn-ea"/>
          <a:cs typeface="+mn-cs"/>
        </a:defRPr>
      </a:lvl1pPr>
      <a:lvl2pPr marL="881927" indent="-339396" algn="l" defTabSz="1087546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3333" kern="1200">
          <a:solidFill>
            <a:schemeClr val="tx1"/>
          </a:solidFill>
          <a:latin typeface="+mn-lt"/>
          <a:ea typeface="+mn-ea"/>
          <a:cs typeface="+mn-cs"/>
        </a:defRPr>
      </a:lvl2pPr>
      <a:lvl3pPr marL="1360050" indent="-270029" algn="l" defTabSz="1087546" rtl="0" eaLnBrk="0" fontAlgn="base" hangingPunct="0">
        <a:spcBef>
          <a:spcPct val="20000"/>
        </a:spcBef>
        <a:spcAft>
          <a:spcPct val="0"/>
        </a:spcAft>
        <a:buFont typeface="Arial" charset="0"/>
        <a:buChar char="•"/>
        <a:defRPr kern="1200">
          <a:solidFill>
            <a:schemeClr val="tx1"/>
          </a:solidFill>
          <a:latin typeface="+mn-lt"/>
          <a:ea typeface="+mn-ea"/>
          <a:cs typeface="+mn-cs"/>
        </a:defRPr>
      </a:lvl3pPr>
      <a:lvl4pPr marL="1902584" indent="-270029" algn="l" defTabSz="1087546" rtl="0" eaLnBrk="0" fontAlgn="base" hangingPunct="0">
        <a:spcBef>
          <a:spcPct val="20000"/>
        </a:spcBef>
        <a:spcAft>
          <a:spcPct val="0"/>
        </a:spcAft>
        <a:buFont typeface="Arial" charset="0"/>
        <a:buChar char="–"/>
        <a:defRPr sz="2400" kern="1200">
          <a:solidFill>
            <a:schemeClr val="tx1"/>
          </a:solidFill>
          <a:latin typeface="+mn-lt"/>
          <a:ea typeface="+mn-ea"/>
          <a:cs typeface="+mn-cs"/>
        </a:defRPr>
      </a:lvl4pPr>
      <a:lvl5pPr marL="2447596" indent="-270029" algn="l" defTabSz="1087546" rtl="0" eaLnBrk="0" fontAlgn="base" hangingPunct="0">
        <a:spcBef>
          <a:spcPct val="20000"/>
        </a:spcBef>
        <a:spcAft>
          <a:spcPct val="0"/>
        </a:spcAft>
        <a:buFont typeface="Arial" charset="0"/>
        <a:buChar char="»"/>
        <a:defRPr sz="2400" kern="1200">
          <a:solidFill>
            <a:schemeClr val="tx1"/>
          </a:solidFill>
          <a:latin typeface="+mn-lt"/>
          <a:ea typeface="+mn-ea"/>
          <a:cs typeface="+mn-cs"/>
        </a:defRPr>
      </a:lvl5pPr>
      <a:lvl6pPr marL="2992505" indent="-272045" algn="l" defTabSz="10881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6pPr>
      <a:lvl7pPr marL="3536596" indent="-272045" algn="l" defTabSz="10881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7pPr>
      <a:lvl8pPr marL="4080687" indent="-272045" algn="l" defTabSz="10881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8pPr>
      <a:lvl9pPr marL="4624778" indent="-272045" algn="l" defTabSz="1088183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fr-FR"/>
      </a:defPPr>
      <a:lvl1pPr marL="0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1pPr>
      <a:lvl2pPr marL="544092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2pPr>
      <a:lvl3pPr marL="1088183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3pPr>
      <a:lvl4pPr marL="1632275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4pPr>
      <a:lvl5pPr marL="2176366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5pPr>
      <a:lvl6pPr marL="2720460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6pPr>
      <a:lvl7pPr marL="3264549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7pPr>
      <a:lvl8pPr marL="3808641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8pPr>
      <a:lvl9pPr marL="4352733" algn="l" defTabSz="1088183" rtl="0" eaLnBrk="1" latinLnBrk="0" hangingPunct="1">
        <a:defRPr sz="2133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5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g"/><Relationship Id="rId1" Type="http://schemas.openxmlformats.org/officeDocument/2006/relationships/slideLayout" Target="../slideLayouts/slideLayout14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jp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4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4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3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3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8.png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0.svg"/><Relationship Id="rId2" Type="http://schemas.openxmlformats.org/officeDocument/2006/relationships/image" Target="../media/image29.png"/><Relationship Id="rId1" Type="http://schemas.openxmlformats.org/officeDocument/2006/relationships/slideLayout" Target="../slideLayouts/slideLayout14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image" Target="../media/image31.png"/><Relationship Id="rId1" Type="http://schemas.openxmlformats.org/officeDocument/2006/relationships/slideLayout" Target="../slideLayouts/slideLayout13.xml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3.xml"/><Relationship Id="rId2" Type="http://schemas.openxmlformats.org/officeDocument/2006/relationships/diagramData" Target="../diagrams/data3.xml"/><Relationship Id="rId1" Type="http://schemas.openxmlformats.org/officeDocument/2006/relationships/slideLayout" Target="../slideLayouts/slideLayout14.xml"/><Relationship Id="rId6" Type="http://schemas.microsoft.com/office/2007/relationships/diagramDrawing" Target="../diagrams/drawing3.xml"/><Relationship Id="rId5" Type="http://schemas.openxmlformats.org/officeDocument/2006/relationships/diagramColors" Target="../diagrams/colors3.xml"/><Relationship Id="rId4" Type="http://schemas.openxmlformats.org/officeDocument/2006/relationships/diagramQuickStyle" Target="../diagrams/quickStyle3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4.xml"/><Relationship Id="rId2" Type="http://schemas.openxmlformats.org/officeDocument/2006/relationships/diagramData" Target="../diagrams/data4.xml"/><Relationship Id="rId1" Type="http://schemas.openxmlformats.org/officeDocument/2006/relationships/slideLayout" Target="../slideLayouts/slideLayout6.xml"/><Relationship Id="rId6" Type="http://schemas.microsoft.com/office/2007/relationships/diagramDrawing" Target="../diagrams/drawing4.xml"/><Relationship Id="rId5" Type="http://schemas.openxmlformats.org/officeDocument/2006/relationships/diagramColors" Target="../diagrams/colors4.xml"/><Relationship Id="rId4" Type="http://schemas.openxmlformats.org/officeDocument/2006/relationships/diagramQuickStyle" Target="../diagrams/quickStyle4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image" Target="../media/image44.png"/><Relationship Id="rId1" Type="http://schemas.openxmlformats.org/officeDocument/2006/relationships/slideLayout" Target="../slideLayouts/slideLayout13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4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6.svg"/><Relationship Id="rId2" Type="http://schemas.openxmlformats.org/officeDocument/2006/relationships/image" Target="../media/image45.png"/><Relationship Id="rId1" Type="http://schemas.openxmlformats.org/officeDocument/2006/relationships/slideLayout" Target="../slideLayouts/slideLayout14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Sous-titre 4"/>
          <p:cNvSpPr>
            <a:spLocks noGrp="1"/>
          </p:cNvSpPr>
          <p:nvPr>
            <p:ph type="subTitle" idx="1"/>
          </p:nvPr>
        </p:nvSpPr>
        <p:spPr>
          <a:xfrm>
            <a:off x="8344919" y="6370837"/>
            <a:ext cx="3595200" cy="304024"/>
          </a:xfrm>
        </p:spPr>
        <p:txBody>
          <a:bodyPr/>
          <a:lstStyle/>
          <a:p>
            <a:r>
              <a:rPr lang="en-US" sz="1600" dirty="0"/>
              <a:t>15</a:t>
            </a:r>
            <a:r>
              <a:rPr lang="en-US" sz="1600" baseline="30000" dirty="0"/>
              <a:t>th</a:t>
            </a:r>
            <a:r>
              <a:rPr lang="en-US" sz="1600" dirty="0"/>
              <a:t> May 2026- Bangalore</a:t>
            </a:r>
          </a:p>
        </p:txBody>
      </p:sp>
      <p:sp>
        <p:nvSpPr>
          <p:cNvPr id="6" name="Espace réservé du contenu 5"/>
          <p:cNvSpPr>
            <a:spLocks noGrp="1"/>
          </p:cNvSpPr>
          <p:nvPr>
            <p:ph sz="quarter" idx="12"/>
          </p:nvPr>
        </p:nvSpPr>
        <p:spPr>
          <a:xfrm>
            <a:off x="8344919" y="5349240"/>
            <a:ext cx="3595200" cy="1017011"/>
          </a:xfrm>
        </p:spPr>
        <p:txBody>
          <a:bodyPr>
            <a:normAutofit/>
          </a:bodyPr>
          <a:lstStyle/>
          <a:p>
            <a:r>
              <a:rPr lang="en-GB" sz="1600" dirty="0">
                <a:cs typeface="Calibri" pitchFamily="34" charset="0"/>
              </a:rPr>
              <a:t>Ashutosh Anand</a:t>
            </a:r>
          </a:p>
          <a:p>
            <a:r>
              <a:rPr lang="en-GB" sz="1600" dirty="0">
                <a:cs typeface="Calibri" pitchFamily="34" charset="0"/>
              </a:rPr>
              <a:t>Consultant –Data </a:t>
            </a:r>
            <a:r>
              <a:rPr lang="en-GB" sz="1600" dirty="0" err="1">
                <a:cs typeface="Calibri" pitchFamily="34" charset="0"/>
              </a:rPr>
              <a:t>Modeling</a:t>
            </a:r>
            <a:endParaRPr lang="en-GB" sz="1600" dirty="0">
              <a:cs typeface="Calibri" pitchFamily="34" charset="0"/>
            </a:endParaRPr>
          </a:p>
          <a:p>
            <a:r>
              <a:rPr lang="en-GB" sz="1600" dirty="0">
                <a:cs typeface="Calibri" pitchFamily="34" charset="0"/>
              </a:rPr>
              <a:t>DAAS- Data Management &amp; Governance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6D0D720B-3C09-FDDB-EE33-4BD8D691292D}"/>
              </a:ext>
            </a:extLst>
          </p:cNvPr>
          <p:cNvSpPr txBox="1"/>
          <p:nvPr/>
        </p:nvSpPr>
        <p:spPr>
          <a:xfrm>
            <a:off x="320843" y="2425459"/>
            <a:ext cx="3866146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5400" b="1" i="0" u="none" strike="noStrike" kern="1200" cap="none" spc="300" normalizeH="0" baseline="0" noProof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 panose="020B0503030403020204" pitchFamily="34" charset="0"/>
                <a:ea typeface="Source Sans Pro" panose="020B0503030403020204" pitchFamily="34" charset="0"/>
                <a:cs typeface="Roboto" panose="02000000000000000000" pitchFamily="2" charset="0"/>
              </a:rPr>
              <a:t>AXA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01317323-97F7-0F43-D75C-587F81D119D5}"/>
              </a:ext>
            </a:extLst>
          </p:cNvPr>
          <p:cNvSpPr txBox="1"/>
          <p:nvPr/>
        </p:nvSpPr>
        <p:spPr>
          <a:xfrm>
            <a:off x="286686" y="3307903"/>
            <a:ext cx="7521598" cy="1323439"/>
          </a:xfrm>
          <a:prstGeom prst="rect">
            <a:avLst/>
          </a:prstGeom>
          <a:noFill/>
        </p:spPr>
        <p:txBody>
          <a:bodyPr wrap="square" lIns="91440" tIns="45720" rIns="91440" bIns="45720" rtlCol="0" anchor="t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Source Sans Pro"/>
                <a:cs typeface="Roboto"/>
              </a:rPr>
              <a:t>GLOBAL BUSINESS SERVICES</a:t>
            </a:r>
          </a:p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IN" sz="2000" b="1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/>
              <a:ea typeface="Source Sans Pro"/>
              <a:cs typeface="Roboto"/>
            </a:endParaRPr>
          </a:p>
          <a:p>
            <a:pPr marL="0" marR="0" lvl="0" indent="0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IN" sz="2000" b="1" i="0" u="none" strike="noStrike" kern="1200" cap="none" spc="600" normalizeH="0" baseline="0" noProof="0" dirty="0">
                <a:ln>
                  <a:noFill/>
                </a:ln>
                <a:solidFill>
                  <a:prstClr val="white"/>
                </a:solidFill>
                <a:effectLst/>
                <a:uLnTx/>
                <a:uFillTx/>
                <a:latin typeface="Source Sans Pro"/>
                <a:ea typeface="Source Sans Pro"/>
                <a:cs typeface="Roboto"/>
              </a:rPr>
              <a:t>Data modelling principles and techniques</a:t>
            </a:r>
            <a:endParaRPr kumimoji="0" lang="en-IN" sz="2000" b="1" i="0" u="none" strike="noStrike" kern="1200" cap="none" spc="600" normalizeH="0" baseline="0" noProof="0" dirty="0">
              <a:ln>
                <a:noFill/>
              </a:ln>
              <a:solidFill>
                <a:prstClr val="white"/>
              </a:solidFill>
              <a:effectLst/>
              <a:uLnTx/>
              <a:uFillTx/>
              <a:latin typeface="Source Sans Pro" panose="020B0503030403020204" pitchFamily="34" charset="0"/>
              <a:ea typeface="Source Sans Pro" panose="020B0503030403020204" pitchFamily="34" charset="0"/>
              <a:cs typeface="Roboto" panose="02000000000000000000" pitchFamily="2" charset="0"/>
            </a:endParaRPr>
          </a:p>
        </p:txBody>
      </p:sp>
    </p:spTree>
  </p:cSld>
  <p:clrMapOvr>
    <a:masterClrMapping/>
  </p:clrMapOvr>
  <p:transition spd="slow">
    <p:push dir="u"/>
  </p:transition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3CF438-109F-0D90-340F-84F5DCDA2D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8D8E7592-67A9-19F8-51DB-A732AAF4216F}"/>
              </a:ext>
            </a:extLst>
          </p:cNvPr>
          <p:cNvSpPr txBox="1"/>
          <p:nvPr/>
        </p:nvSpPr>
        <p:spPr>
          <a:xfrm>
            <a:off x="242910" y="1598246"/>
            <a:ext cx="5180737" cy="5122985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000" kern="1200" dirty="0">
                <a:latin typeface="+mj-lt"/>
                <a:ea typeface="+mj-ea"/>
                <a:cs typeface="+mj-cs"/>
              </a:rPr>
              <a:t>How many of you were involved in planning or making a new house/building recently?</a:t>
            </a:r>
          </a:p>
        </p:txBody>
      </p:sp>
      <p:sp>
        <p:nvSpPr>
          <p:cNvPr id="2" name="Oval 1">
            <a:extLst>
              <a:ext uri="{FF2B5EF4-FFF2-40B4-BE49-F238E27FC236}">
                <a16:creationId xmlns:a16="http://schemas.microsoft.com/office/drawing/2014/main" id="{62FB6D33-94B1-B5E7-D0FF-E3DFABB1DE8F}"/>
              </a:ext>
            </a:extLst>
          </p:cNvPr>
          <p:cNvSpPr/>
          <p:nvPr/>
        </p:nvSpPr>
        <p:spPr>
          <a:xfrm>
            <a:off x="5792994" y="1590840"/>
            <a:ext cx="5672176" cy="5095221"/>
          </a:xfrm>
          <a:prstGeom prst="ellips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37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Any Guess… What all the steps involved on high level before starting to build the building</a:t>
            </a:r>
          </a:p>
        </p:txBody>
      </p:sp>
    </p:spTree>
    <p:extLst>
      <p:ext uri="{BB962C8B-B14F-4D97-AF65-F5344CB8AC3E}">
        <p14:creationId xmlns:p14="http://schemas.microsoft.com/office/powerpoint/2010/main" val="3832248656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0941B5E-5FA2-D87E-5705-4C3B7F0539D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group of people sitting at a table&#10;&#10;AI-generated content may be incorrect.">
            <a:extLst>
              <a:ext uri="{FF2B5EF4-FFF2-40B4-BE49-F238E27FC236}">
                <a16:creationId xmlns:a16="http://schemas.microsoft.com/office/drawing/2014/main" id="{D12BCB65-80B7-8B2A-7DC6-EF91159C71E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13656" b="2090"/>
          <a:stretch>
            <a:fillRect/>
          </a:stretch>
        </p:blipFill>
        <p:spPr>
          <a:xfrm>
            <a:off x="20" y="1282"/>
            <a:ext cx="4975392" cy="6856718"/>
          </a:xfrm>
          <a:prstGeom prst="rect">
            <a:avLst/>
          </a:prstGeom>
        </p:spPr>
      </p:pic>
      <p:sp>
        <p:nvSpPr>
          <p:cNvPr id="2" name="AutoShape 2">
            <a:extLst>
              <a:ext uri="{FF2B5EF4-FFF2-40B4-BE49-F238E27FC236}">
                <a16:creationId xmlns:a16="http://schemas.microsoft.com/office/drawing/2014/main" id="{EE0CD71D-84E5-7028-CDB3-1597509B6A2B}"/>
              </a:ext>
            </a:extLst>
          </p:cNvPr>
          <p:cNvSpPr>
            <a:spLocks noChangeAspect="1" noChangeArrowheads="1"/>
          </p:cNvSpPr>
          <p:nvPr/>
        </p:nvSpPr>
        <p:spPr bwMode="auto">
          <a:xfrm>
            <a:off x="2034988" y="-632012"/>
            <a:ext cx="4213412" cy="421341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E34F7173-D2C5-021D-6C96-F24CFFD2E7F2}"/>
              </a:ext>
            </a:extLst>
          </p:cNvPr>
          <p:cNvSpPr txBox="1"/>
          <p:nvPr/>
        </p:nvSpPr>
        <p:spPr>
          <a:xfrm>
            <a:off x="5513295" y="519953"/>
            <a:ext cx="4643717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Topic of Discussion</a:t>
            </a:r>
          </a:p>
          <a:p>
            <a:endParaRPr lang="en-US" dirty="0"/>
          </a:p>
          <a:p>
            <a:r>
              <a:rPr lang="en-US" dirty="0"/>
              <a:t>A high-level design of the building</a:t>
            </a:r>
          </a:p>
          <a:p>
            <a:r>
              <a:rPr lang="en-US" dirty="0"/>
              <a:t>Based on the requirement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4 rooms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parking space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/>
              <a:t>storeroom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dirty="0" err="1"/>
              <a:t>bla</a:t>
            </a:r>
            <a:r>
              <a:rPr lang="en-US" dirty="0"/>
              <a:t> </a:t>
            </a:r>
            <a:r>
              <a:rPr lang="en-US" dirty="0" err="1"/>
              <a:t>bla</a:t>
            </a:r>
            <a:r>
              <a:rPr lang="en-US" dirty="0"/>
              <a:t>…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5BE8037-4321-CDB5-AD78-99E55EC1AFC1}"/>
              </a:ext>
            </a:extLst>
          </p:cNvPr>
          <p:cNvSpPr txBox="1"/>
          <p:nvPr/>
        </p:nvSpPr>
        <p:spPr>
          <a:xfrm>
            <a:off x="5513295" y="3361765"/>
            <a:ext cx="5782234" cy="230832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Our observation/Conclusion in Data World</a:t>
            </a:r>
          </a:p>
          <a:p>
            <a:endParaRPr lang="en-US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discussion or development is entirely focused on business requirements, whether current or future.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design is purely conceptual.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Minimal technical details are involved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discussions mainly involve non-technical stakeholders</a:t>
            </a:r>
          </a:p>
        </p:txBody>
      </p:sp>
    </p:spTree>
    <p:extLst>
      <p:ext uri="{BB962C8B-B14F-4D97-AF65-F5344CB8AC3E}">
        <p14:creationId xmlns:p14="http://schemas.microsoft.com/office/powerpoint/2010/main" val="930499965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E42C778-7BEA-511F-545E-8781A2F7C08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person standing next to a group of people sitting at a table&#10;&#10;AI-generated content may be incorrect.">
            <a:extLst>
              <a:ext uri="{FF2B5EF4-FFF2-40B4-BE49-F238E27FC236}">
                <a16:creationId xmlns:a16="http://schemas.microsoft.com/office/drawing/2014/main" id="{880A901D-E407-9A57-C021-7E5A121F6936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10427" y="0"/>
            <a:ext cx="4690492" cy="6858000"/>
          </a:xfrm>
          <a:prstGeom prst="rect">
            <a:avLst/>
          </a:prstGeom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1B5C6471-D360-6B71-9824-0E67E7609187}"/>
              </a:ext>
            </a:extLst>
          </p:cNvPr>
          <p:cNvSpPr txBox="1"/>
          <p:nvPr/>
        </p:nvSpPr>
        <p:spPr>
          <a:xfrm>
            <a:off x="5773270" y="600635"/>
            <a:ext cx="5567082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Civil engineer will understand the requirement.</a:t>
            </a:r>
          </a:p>
          <a:p>
            <a:r>
              <a:rPr lang="en-US" dirty="0"/>
              <a:t>He will provide more technical details and futuristic approach</a:t>
            </a:r>
          </a:p>
          <a:p>
            <a:r>
              <a:rPr lang="en-US" dirty="0"/>
              <a:t>He will logically create the model.</a:t>
            </a:r>
            <a:br>
              <a:rPr lang="en-US" dirty="0"/>
            </a:br>
            <a:r>
              <a:rPr lang="en-US" dirty="0"/>
              <a:t>This model still don’t exist in the real world and not can be utilized.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4AD125F2-4F35-C285-048D-BB54190D7849}"/>
              </a:ext>
            </a:extLst>
          </p:cNvPr>
          <p:cNvSpPr txBox="1"/>
          <p:nvPr/>
        </p:nvSpPr>
        <p:spPr>
          <a:xfrm>
            <a:off x="5836024" y="3137647"/>
            <a:ext cx="5351929" cy="286232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3"/>
            <a:r>
              <a:rPr lang="en-GB" b="1" u="sng" dirty="0"/>
              <a:t>Data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endParaRPr lang="en-GB" dirty="0"/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model is created using a logical approach, but it does not yet exist.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It will include clearly defined tables, columns, and relationships once implemented.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logical model can be reviewed by both technical and business personnel.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Typically, the logical model contains detailed names for fields and tables for clarity.</a:t>
            </a:r>
          </a:p>
        </p:txBody>
      </p:sp>
      <p:pic>
        <p:nvPicPr>
          <p:cNvPr id="6" name="Picture 5" descr="A blueprint of a house">
            <a:extLst>
              <a:ext uri="{FF2B5EF4-FFF2-40B4-BE49-F238E27FC236}">
                <a16:creationId xmlns:a16="http://schemas.microsoft.com/office/drawing/2014/main" id="{5CE3FFCF-4E6E-85EE-F9AF-9FA59FF6551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55813" y="4374778"/>
            <a:ext cx="4545106" cy="2312894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88278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 descr="A group of people building a house&#10;&#10;AI-generated content may be incorrect.">
            <a:extLst>
              <a:ext uri="{FF2B5EF4-FFF2-40B4-BE49-F238E27FC236}">
                <a16:creationId xmlns:a16="http://schemas.microsoft.com/office/drawing/2014/main" id="{3F518A11-7A4E-2E36-7119-E361FA9D98A2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0699" y="163285"/>
            <a:ext cx="5394558" cy="6564085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45525794-997E-18F2-682D-F000AB24DA4E}"/>
              </a:ext>
            </a:extLst>
          </p:cNvPr>
          <p:cNvSpPr txBox="1"/>
          <p:nvPr/>
        </p:nvSpPr>
        <p:spPr>
          <a:xfrm>
            <a:off x="6096000" y="1066800"/>
            <a:ext cx="5217459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This is the model which actually exist in the real world. Which can be actually utilized by the stakeholders/users.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D4398C-73AF-FE93-B57F-1B166F86B6C4}"/>
              </a:ext>
            </a:extLst>
          </p:cNvPr>
          <p:cNvSpPr txBox="1"/>
          <p:nvPr/>
        </p:nvSpPr>
        <p:spPr>
          <a:xfrm>
            <a:off x="6338047" y="3056965"/>
            <a:ext cx="4688541" cy="175432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u="sng" dirty="0"/>
              <a:t>Physical data model in the Data world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The physical data model exists within the database.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It is used to store the actual data.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GB" dirty="0"/>
              <a:t>Created using Data Definition Language (DDL).</a:t>
            </a:r>
          </a:p>
        </p:txBody>
      </p:sp>
    </p:spTree>
    <p:extLst>
      <p:ext uri="{BB962C8B-B14F-4D97-AF65-F5344CB8AC3E}">
        <p14:creationId xmlns:p14="http://schemas.microsoft.com/office/powerpoint/2010/main" val="389845160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530BF65-C84B-45C3-72CA-AFDA688511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375" y="393192"/>
            <a:ext cx="10980739" cy="5472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solidFill>
                  <a:srgbClr val="00008F"/>
                </a:solidFill>
                <a:ea typeface="+mj-ea"/>
                <a:cs typeface="Arial" pitchFamily="34" charset="0"/>
              </a:rPr>
              <a:t>Agenda</a:t>
            </a:r>
          </a:p>
        </p:txBody>
      </p:sp>
      <p:graphicFrame>
        <p:nvGraphicFramePr>
          <p:cNvPr id="5" name="Text Placeholder 2">
            <a:extLst>
              <a:ext uri="{FF2B5EF4-FFF2-40B4-BE49-F238E27FC236}">
                <a16:creationId xmlns:a16="http://schemas.microsoft.com/office/drawing/2014/main" id="{DDB79F56-2BA0-3838-731A-92928855993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354293596"/>
              </p:ext>
            </p:extLst>
          </p:nvPr>
        </p:nvGraphicFramePr>
        <p:xfrm>
          <a:off x="587377" y="1664507"/>
          <a:ext cx="10980737" cy="4555424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713393303"/>
      </p:ext>
    </p:extLst>
  </p:cSld>
  <p:clrMapOvr>
    <a:masterClrMapping/>
  </p:clrMapOvr>
  <p:transition spd="slow">
    <p:push dir="u"/>
  </p:transition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Date Placeholder 1">
            <a:extLst>
              <a:ext uri="{FF2B5EF4-FFF2-40B4-BE49-F238E27FC236}">
                <a16:creationId xmlns:a16="http://schemas.microsoft.com/office/drawing/2014/main" id="{9E21059D-CCFC-FD57-8FE7-1A10D6FEADE2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005" y="6541947"/>
            <a:ext cx="2954020" cy="233363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noProof="0"/>
              <a:t>Title of the presentation l Date</a:t>
            </a:r>
          </a:p>
        </p:txBody>
      </p:sp>
      <p:sp>
        <p:nvSpPr>
          <p:cNvPr id="9" name="Footer Placeholder 2">
            <a:extLst>
              <a:ext uri="{FF2B5EF4-FFF2-40B4-BE49-F238E27FC236}">
                <a16:creationId xmlns:a16="http://schemas.microsoft.com/office/drawing/2014/main" id="{2E5DEA96-D954-2628-A06A-2191C82D448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>
          <a:xfrm>
            <a:off x="4435943" y="6541947"/>
            <a:ext cx="3299883" cy="233363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noProof="0"/>
              <a:t>CONFIDENTIALITY LEVEL</a:t>
            </a:r>
          </a:p>
        </p:txBody>
      </p:sp>
      <p:sp>
        <p:nvSpPr>
          <p:cNvPr id="11" name="Title 3">
            <a:extLst>
              <a:ext uri="{FF2B5EF4-FFF2-40B4-BE49-F238E27FC236}">
                <a16:creationId xmlns:a16="http://schemas.microsoft.com/office/drawing/2014/main" id="{4DC551AF-B94F-FF67-83ED-E6F40AACC83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12000" y="274638"/>
            <a:ext cx="11760000" cy="470429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90000"/>
              </a:lnSpc>
              <a:spcAft>
                <a:spcPts val="600"/>
              </a:spcAft>
            </a:pPr>
            <a:r>
              <a:rPr lang="en-US" dirty="0"/>
              <a:t>What is data modeling and Why modeling required?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2A3353-D5E5-13DD-03CB-E2CAF35432C1}"/>
              </a:ext>
            </a:extLst>
          </p:cNvPr>
          <p:cNvSpPr txBox="1"/>
          <p:nvPr/>
        </p:nvSpPr>
        <p:spPr>
          <a:xfrm>
            <a:off x="311999" y="762274"/>
            <a:ext cx="11758612" cy="472440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defTabSz="1087546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 b="1" kern="1200" dirty="0">
                <a:solidFill>
                  <a:srgbClr val="914146"/>
                </a:solidFill>
                <a:latin typeface="+mn-lt"/>
                <a:ea typeface="+mn-ea"/>
                <a:cs typeface="Arial" pitchFamily="34" charset="0"/>
              </a:rPr>
              <a:t>Organizes Data Structure</a:t>
            </a:r>
            <a:r>
              <a:rPr lang="en-US" sz="2000" kern="1200" dirty="0">
                <a:solidFill>
                  <a:srgbClr val="914146"/>
                </a:solidFill>
                <a:latin typeface="+mn-lt"/>
                <a:ea typeface="+mn-ea"/>
                <a:cs typeface="Arial" pitchFamily="34" charset="0"/>
              </a:rPr>
              <a:t>: Provides a clear framework for how data is stored, organized, and related within a system.</a:t>
            </a:r>
          </a:p>
          <a:p>
            <a:pPr defTabSz="1087546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 b="1" kern="1200" dirty="0">
                <a:solidFill>
                  <a:srgbClr val="914146"/>
                </a:solidFill>
                <a:latin typeface="+mn-lt"/>
                <a:ea typeface="+mn-ea"/>
                <a:cs typeface="Arial" pitchFamily="34" charset="0"/>
              </a:rPr>
              <a:t>Improves Data Quality</a:t>
            </a:r>
            <a:r>
              <a:rPr lang="en-US" sz="2000" kern="1200" dirty="0">
                <a:solidFill>
                  <a:srgbClr val="914146"/>
                </a:solidFill>
                <a:latin typeface="+mn-lt"/>
                <a:ea typeface="+mn-ea"/>
                <a:cs typeface="Arial" pitchFamily="34" charset="0"/>
              </a:rPr>
              <a:t>: Ensures consistency, accuracy, and integrity of data by defining rules and standards.</a:t>
            </a:r>
          </a:p>
          <a:p>
            <a:pPr defTabSz="1087546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 b="1" kern="1200" dirty="0">
                <a:solidFill>
                  <a:srgbClr val="914146"/>
                </a:solidFill>
                <a:latin typeface="+mn-lt"/>
                <a:ea typeface="+mn-ea"/>
                <a:cs typeface="Arial" pitchFamily="34" charset="0"/>
              </a:rPr>
              <a:t>Supports Data Integration</a:t>
            </a:r>
            <a:r>
              <a:rPr lang="en-US" sz="2000" kern="1200" dirty="0">
                <a:solidFill>
                  <a:srgbClr val="914146"/>
                </a:solidFill>
                <a:latin typeface="+mn-lt"/>
                <a:ea typeface="+mn-ea"/>
                <a:cs typeface="Arial" pitchFamily="34" charset="0"/>
              </a:rPr>
              <a:t>: Enables easier integration of data from different sources by providing a unified data structure.</a:t>
            </a:r>
          </a:p>
          <a:p>
            <a:pPr defTabSz="1087546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 b="1" kern="1200" dirty="0">
                <a:solidFill>
                  <a:srgbClr val="914146"/>
                </a:solidFill>
                <a:latin typeface="+mn-lt"/>
                <a:ea typeface="+mn-ea"/>
                <a:cs typeface="Arial" pitchFamily="34" charset="0"/>
              </a:rPr>
              <a:t>Reduces Redundancy and Duplication</a:t>
            </a:r>
            <a:r>
              <a:rPr lang="en-US" sz="2000" kern="1200" dirty="0">
                <a:solidFill>
                  <a:srgbClr val="914146"/>
                </a:solidFill>
                <a:latin typeface="+mn-lt"/>
                <a:ea typeface="+mn-ea"/>
                <a:cs typeface="Arial" pitchFamily="34" charset="0"/>
              </a:rPr>
              <a:t>: Helps in normalizing data to eliminate redundancy and improve storage efficiency.</a:t>
            </a:r>
          </a:p>
          <a:p>
            <a:pPr defTabSz="1087546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 b="1" kern="1200" dirty="0">
                <a:solidFill>
                  <a:srgbClr val="914146"/>
                </a:solidFill>
                <a:latin typeface="+mn-lt"/>
                <a:ea typeface="+mn-ea"/>
                <a:cs typeface="Arial" pitchFamily="34" charset="0"/>
              </a:rPr>
              <a:t>Facilitates Better Decision Making</a:t>
            </a:r>
            <a:r>
              <a:rPr lang="en-US" sz="2000" kern="1200" dirty="0">
                <a:solidFill>
                  <a:srgbClr val="914146"/>
                </a:solidFill>
                <a:latin typeface="+mn-lt"/>
                <a:ea typeface="+mn-ea"/>
                <a:cs typeface="Arial" pitchFamily="34" charset="0"/>
              </a:rPr>
              <a:t>: By ensuring high-quality, well-structured data, it enables more accurate analysis and insights.</a:t>
            </a:r>
          </a:p>
          <a:p>
            <a:pPr defTabSz="1087546" eaLnBrk="0" fontAlgn="base" hangingPunct="0">
              <a:lnSpc>
                <a:spcPct val="90000"/>
              </a:lnSpc>
              <a:spcBef>
                <a:spcPct val="20000"/>
              </a:spcBef>
              <a:spcAft>
                <a:spcPct val="0"/>
              </a:spcAft>
            </a:pPr>
            <a:r>
              <a:rPr lang="en-US" sz="2000" b="1" kern="1200" dirty="0">
                <a:solidFill>
                  <a:srgbClr val="914146"/>
                </a:solidFill>
                <a:latin typeface="+mn-lt"/>
                <a:ea typeface="+mn-ea"/>
                <a:cs typeface="Arial" pitchFamily="34" charset="0"/>
              </a:rPr>
              <a:t>Aids in Data Governance</a:t>
            </a:r>
            <a:r>
              <a:rPr lang="en-US" sz="2000" kern="1200" dirty="0">
                <a:solidFill>
                  <a:srgbClr val="914146"/>
                </a:solidFill>
                <a:latin typeface="+mn-lt"/>
                <a:ea typeface="+mn-ea"/>
                <a:cs typeface="Arial" pitchFamily="34" charset="0"/>
              </a:rPr>
              <a:t>: Supports data management policies, security, and compliance requirements.</a:t>
            </a:r>
          </a:p>
        </p:txBody>
      </p:sp>
    </p:spTree>
    <p:extLst>
      <p:ext uri="{BB962C8B-B14F-4D97-AF65-F5344CB8AC3E}">
        <p14:creationId xmlns:p14="http://schemas.microsoft.com/office/powerpoint/2010/main" val="1229318588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business model&#10;&#10;AI-generated content may be incorrect.">
            <a:extLst>
              <a:ext uri="{FF2B5EF4-FFF2-40B4-BE49-F238E27FC236}">
                <a16:creationId xmlns:a16="http://schemas.microsoft.com/office/drawing/2014/main" id="{60301B4E-06B5-05E7-F655-5A8B0ACA9E25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>
          <a:xfrm>
            <a:off x="20" y="10"/>
            <a:ext cx="12191980" cy="6857990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568332641"/>
      </p:ext>
    </p:extLst>
  </p:cSld>
  <p:clrMapOvr>
    <a:masterClrMapping/>
  </p:clrMapOvr>
  <p:transition spd="slow">
    <p:push dir="u"/>
  </p:transition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2">
            <a:extLst>
              <a:ext uri="{FF2B5EF4-FFF2-40B4-BE49-F238E27FC236}">
                <a16:creationId xmlns:a16="http://schemas.microsoft.com/office/drawing/2014/main" id="{9FDC436F-1634-E8C3-1B0F-122C25187D8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87375" y="393192"/>
            <a:ext cx="10980739" cy="547200"/>
          </a:xfrm>
        </p:spPr>
        <p:txBody>
          <a:bodyPr vert="horz" lIns="0" tIns="0" rIns="0" bIns="0" rtlCol="0" anchor="ctr">
            <a:normAutofit/>
          </a:bodyPr>
          <a:lstStyle/>
          <a:p>
            <a:pPr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dirty="0">
                <a:solidFill>
                  <a:srgbClr val="00008F"/>
                </a:solidFill>
                <a:ea typeface="+mj-ea"/>
                <a:cs typeface="Arial" pitchFamily="34" charset="0"/>
              </a:rPr>
              <a:t>OLTP System Vs OLAP System</a:t>
            </a:r>
          </a:p>
        </p:txBody>
      </p:sp>
      <p:graphicFrame>
        <p:nvGraphicFramePr>
          <p:cNvPr id="2" name="Table 1">
            <a:extLst>
              <a:ext uri="{FF2B5EF4-FFF2-40B4-BE49-F238E27FC236}">
                <a16:creationId xmlns:a16="http://schemas.microsoft.com/office/drawing/2014/main" id="{D5ACBB23-624B-A2B5-0C7D-CFC3562C8A74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284896450"/>
              </p:ext>
            </p:extLst>
          </p:nvPr>
        </p:nvGraphicFramePr>
        <p:xfrm>
          <a:off x="587377" y="1848839"/>
          <a:ext cx="10980738" cy="4186764"/>
        </p:xfrm>
        <a:graphic>
          <a:graphicData uri="http://schemas.openxmlformats.org/drawingml/2006/table">
            <a:tbl>
              <a:tblPr firstRow="1" bandRow="1">
                <a:tableStyleId>{69012ECD-51FC-41F1-AA8D-1B2483CD663E}</a:tableStyleId>
              </a:tblPr>
              <a:tblGrid>
                <a:gridCol w="5553503">
                  <a:extLst>
                    <a:ext uri="{9D8B030D-6E8A-4147-A177-3AD203B41FA5}">
                      <a16:colId xmlns:a16="http://schemas.microsoft.com/office/drawing/2014/main" val="1693560158"/>
                    </a:ext>
                  </a:extLst>
                </a:gridCol>
                <a:gridCol w="5427235">
                  <a:extLst>
                    <a:ext uri="{9D8B030D-6E8A-4147-A177-3AD203B41FA5}">
                      <a16:colId xmlns:a16="http://schemas.microsoft.com/office/drawing/2014/main" val="1697381802"/>
                    </a:ext>
                  </a:extLst>
                </a:gridCol>
              </a:tblGrid>
              <a:tr h="517443">
                <a:tc>
                  <a:txBody>
                    <a:bodyPr/>
                    <a:lstStyle/>
                    <a:p>
                      <a:r>
                        <a:rPr lang="en-US" sz="2400"/>
                        <a:t>OLTP System</a:t>
                      </a:r>
                    </a:p>
                  </a:txBody>
                  <a:tcPr marL="122112" marR="122112" marT="61056" marB="61056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OLAP System</a:t>
                      </a:r>
                    </a:p>
                  </a:txBody>
                  <a:tcPr marL="122112" marR="122112" marT="61056" marB="61056"/>
                </a:tc>
                <a:extLst>
                  <a:ext uri="{0D108BD9-81ED-4DB2-BD59-A6C34878D82A}">
                    <a16:rowId xmlns:a16="http://schemas.microsoft.com/office/drawing/2014/main" val="2166482638"/>
                  </a:ext>
                </a:extLst>
              </a:tr>
              <a:tr h="1238847">
                <a:tc>
                  <a:txBody>
                    <a:bodyPr/>
                    <a:lstStyle/>
                    <a:p>
                      <a:r>
                        <a:rPr lang="en-US" sz="2400"/>
                        <a:t>ER Diagram/Normalized Model</a:t>
                      </a:r>
                    </a:p>
                  </a:txBody>
                  <a:tcPr marL="122112" marR="122112" marT="61056" marB="61056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Dimensional modeling(Star&amp;Snowflake),Data Vault modeling</a:t>
                      </a:r>
                    </a:p>
                  </a:txBody>
                  <a:tcPr marL="122112" marR="122112" marT="61056" marB="61056"/>
                </a:tc>
                <a:extLst>
                  <a:ext uri="{0D108BD9-81ED-4DB2-BD59-A6C34878D82A}">
                    <a16:rowId xmlns:a16="http://schemas.microsoft.com/office/drawing/2014/main" val="4119901302"/>
                  </a:ext>
                </a:extLst>
              </a:tr>
              <a:tr h="517443">
                <a:tc>
                  <a:txBody>
                    <a:bodyPr/>
                    <a:lstStyle/>
                    <a:p>
                      <a:r>
                        <a:rPr lang="en-US" sz="2400"/>
                        <a:t>Normalized</a:t>
                      </a:r>
                    </a:p>
                  </a:txBody>
                  <a:tcPr marL="122112" marR="122112" marT="61056" marB="61056"/>
                </a:tc>
                <a:tc>
                  <a:txBody>
                    <a:bodyPr/>
                    <a:lstStyle/>
                    <a:p>
                      <a:r>
                        <a:rPr lang="en-US" sz="2400" dirty="0"/>
                        <a:t>De-normalized</a:t>
                      </a:r>
                    </a:p>
                  </a:txBody>
                  <a:tcPr marL="122112" marR="122112" marT="61056" marB="61056"/>
                </a:tc>
                <a:extLst>
                  <a:ext uri="{0D108BD9-81ED-4DB2-BD59-A6C34878D82A}">
                    <a16:rowId xmlns:a16="http://schemas.microsoft.com/office/drawing/2014/main" val="1943615783"/>
                  </a:ext>
                </a:extLst>
              </a:tr>
              <a:tr h="517443">
                <a:tc>
                  <a:txBody>
                    <a:bodyPr/>
                    <a:lstStyle/>
                    <a:p>
                      <a:r>
                        <a:rPr lang="en-US" sz="2400"/>
                        <a:t>Designed for transactional data storage</a:t>
                      </a:r>
                    </a:p>
                  </a:txBody>
                  <a:tcPr marL="122112" marR="122112" marT="61056" marB="61056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Designed for Analytical data storage</a:t>
                      </a:r>
                    </a:p>
                  </a:txBody>
                  <a:tcPr marL="122112" marR="122112" marT="61056" marB="61056"/>
                </a:tc>
                <a:extLst>
                  <a:ext uri="{0D108BD9-81ED-4DB2-BD59-A6C34878D82A}">
                    <a16:rowId xmlns:a16="http://schemas.microsoft.com/office/drawing/2014/main" val="2163061179"/>
                  </a:ext>
                </a:extLst>
              </a:tr>
              <a:tr h="517443">
                <a:tc>
                  <a:txBody>
                    <a:bodyPr/>
                    <a:lstStyle/>
                    <a:p>
                      <a:r>
                        <a:rPr lang="en-US" sz="2400"/>
                        <a:t>Transaction data</a:t>
                      </a:r>
                    </a:p>
                  </a:txBody>
                  <a:tcPr marL="122112" marR="122112" marT="61056" marB="61056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Aggregated data</a:t>
                      </a:r>
                    </a:p>
                  </a:txBody>
                  <a:tcPr marL="122112" marR="122112" marT="61056" marB="61056"/>
                </a:tc>
                <a:extLst>
                  <a:ext uri="{0D108BD9-81ED-4DB2-BD59-A6C34878D82A}">
                    <a16:rowId xmlns:a16="http://schemas.microsoft.com/office/drawing/2014/main" val="2376373080"/>
                  </a:ext>
                </a:extLst>
              </a:tr>
              <a:tr h="878145">
                <a:tc>
                  <a:txBody>
                    <a:bodyPr/>
                    <a:lstStyle/>
                    <a:p>
                      <a:r>
                        <a:rPr lang="en-US" sz="2400"/>
                        <a:t>Short term data storage(3 month-1 year)</a:t>
                      </a:r>
                    </a:p>
                  </a:txBody>
                  <a:tcPr marL="122112" marR="122112" marT="61056" marB="61056"/>
                </a:tc>
                <a:tc>
                  <a:txBody>
                    <a:bodyPr/>
                    <a:lstStyle/>
                    <a:p>
                      <a:r>
                        <a:rPr lang="en-US" sz="2400"/>
                        <a:t>History data(3-10 years)</a:t>
                      </a:r>
                    </a:p>
                  </a:txBody>
                  <a:tcPr marL="122112" marR="122112" marT="61056" marB="61056"/>
                </a:tc>
                <a:extLst>
                  <a:ext uri="{0D108BD9-81ED-4DB2-BD59-A6C34878D82A}">
                    <a16:rowId xmlns:a16="http://schemas.microsoft.com/office/drawing/2014/main" val="1812728377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546863520"/>
      </p:ext>
    </p:extLst>
  </p:cSld>
  <p:clrMapOvr>
    <a:masterClrMapping/>
  </p:clrMapOvr>
  <p:transition spd="slow">
    <p:push dir="u"/>
  </p:transition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Picture 3" descr="A diagram of a database&#10;&#10;AI-generated content may be incorrect.">
            <a:extLst>
              <a:ext uri="{FF2B5EF4-FFF2-40B4-BE49-F238E27FC236}">
                <a16:creationId xmlns:a16="http://schemas.microsoft.com/office/drawing/2014/main" id="{42AE915A-4981-754B-2B30-9E403C92F9EB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859349" y="68263"/>
            <a:ext cx="9508351" cy="6346825"/>
          </a:xfrm>
          <a:prstGeom prst="rect">
            <a:avLst/>
          </a:prstGeom>
          <a:noFill/>
        </p:spPr>
      </p:pic>
    </p:spTree>
    <p:extLst>
      <p:ext uri="{BB962C8B-B14F-4D97-AF65-F5344CB8AC3E}">
        <p14:creationId xmlns:p14="http://schemas.microsoft.com/office/powerpoint/2010/main" val="3197767904"/>
      </p:ext>
    </p:extLst>
  </p:cSld>
  <p:clrMapOvr>
    <a:masterClrMapping/>
  </p:clrMapOvr>
  <p:transition spd="slow">
    <p:push dir="u"/>
  </p:transition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4C62376-B084-D112-908E-66FB11A1A1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51C05D9-37A1-62E7-B3CE-A99DC985A31E}"/>
              </a:ext>
            </a:extLst>
          </p:cNvPr>
          <p:cNvSpPr/>
          <p:nvPr/>
        </p:nvSpPr>
        <p:spPr>
          <a:xfrm>
            <a:off x="1721224" y="3074894"/>
            <a:ext cx="3962400" cy="32721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dirty="0"/>
              <a:t>Star Schema</a:t>
            </a:r>
            <a:endParaRPr lang="en-US"/>
          </a:p>
          <a:p>
            <a:pPr algn="ctr">
              <a:spcAft>
                <a:spcPts val="600"/>
              </a:spcAft>
            </a:pPr>
            <a:endParaRPr lang="en-US"/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Fact table at the center</a:t>
            </a:r>
            <a:endParaRPr lang="en-US"/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Directly connected dimension table</a:t>
            </a:r>
            <a:endParaRPr lang="en-US"/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Simple and fast</a:t>
            </a:r>
            <a:endParaRPr lang="en-US"/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Relatively more </a:t>
            </a:r>
            <a:r>
              <a:rPr lang="en-US" dirty="0" err="1"/>
              <a:t>denormalised</a:t>
            </a:r>
            <a:r>
              <a:rPr lang="en-US" dirty="0"/>
              <a:t> than Snowflake</a:t>
            </a:r>
            <a:endParaRPr lang="en-US"/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ADD3147-7208-689F-8081-A36441666DB5}"/>
              </a:ext>
            </a:extLst>
          </p:cNvPr>
          <p:cNvSpPr/>
          <p:nvPr/>
        </p:nvSpPr>
        <p:spPr>
          <a:xfrm>
            <a:off x="6508377" y="3074894"/>
            <a:ext cx="3962399" cy="3272118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dirty="0"/>
              <a:t>Snowflake Schema</a:t>
            </a:r>
            <a:endParaRPr lang="en-US"/>
          </a:p>
          <a:p>
            <a:pPr algn="ctr">
              <a:spcAft>
                <a:spcPts val="600"/>
              </a:spcAft>
            </a:pPr>
            <a:endParaRPr lang="en-US"/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Fact Table at the center</a:t>
            </a:r>
            <a:endParaRPr lang="en-US"/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Dimension tables are normalized into sub-dimensions</a:t>
            </a:r>
            <a:endParaRPr lang="en-US"/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More Complex but reduce redundancy</a:t>
            </a:r>
            <a:endParaRPr lang="en-US"/>
          </a:p>
          <a:p>
            <a:pPr marL="285750" indent="-285750" algn="ctr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/>
              <a:t>Relatively more normalized than Star</a:t>
            </a:r>
            <a:endParaRPr lang="en-US"/>
          </a:p>
        </p:txBody>
      </p:sp>
      <p:graphicFrame>
        <p:nvGraphicFramePr>
          <p:cNvPr id="8" name="TextBox 2">
            <a:extLst>
              <a:ext uri="{FF2B5EF4-FFF2-40B4-BE49-F238E27FC236}">
                <a16:creationId xmlns:a16="http://schemas.microsoft.com/office/drawing/2014/main" id="{80CD1586-A389-6224-7732-6913C1863150}"/>
              </a:ext>
            </a:extLst>
          </p:cNvPr>
          <p:cNvGraphicFramePr/>
          <p:nvPr/>
        </p:nvGraphicFramePr>
        <p:xfrm>
          <a:off x="2734706" y="-276217"/>
          <a:ext cx="6798539" cy="3705217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1323382663"/>
      </p:ext>
    </p:extLst>
  </p:cSld>
  <p:clrMapOvr>
    <a:masterClrMapping/>
  </p:clrMapOvr>
  <p:transition spd="slow">
    <p:push dir="u"/>
  </p:transition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8ED9FE49-BA06-6CD1-35A5-B91268A43928}"/>
              </a:ext>
            </a:extLst>
          </p:cNvPr>
          <p:cNvSpPr txBox="1"/>
          <p:nvPr/>
        </p:nvSpPr>
        <p:spPr>
          <a:xfrm>
            <a:off x="968189" y="384351"/>
            <a:ext cx="858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u="sng" dirty="0">
                <a:solidFill>
                  <a:schemeClr val="tx2">
                    <a:lumMod val="75000"/>
                  </a:schemeClr>
                </a:solidFill>
              </a:rPr>
              <a:t>Dimensional modeling(Star Schema)-Example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D8897D69-0A1D-EB77-2ACA-A25D291BBC12}"/>
              </a:ext>
            </a:extLst>
          </p:cNvPr>
          <p:cNvSpPr/>
          <p:nvPr/>
        </p:nvSpPr>
        <p:spPr>
          <a:xfrm>
            <a:off x="4679576" y="2994212"/>
            <a:ext cx="2832847" cy="33976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Fact_Policy_details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Fact_policy_detail_Key</a:t>
            </a:r>
            <a:r>
              <a:rPr lang="en-US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Policy_Id</a:t>
            </a:r>
            <a:r>
              <a:rPr lang="en-US" dirty="0">
                <a:solidFill>
                  <a:schemeClr val="tx1"/>
                </a:solidFill>
              </a:rPr>
              <a:t>(FK)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Customer_Id</a:t>
            </a:r>
            <a:r>
              <a:rPr lang="en-US" dirty="0">
                <a:solidFill>
                  <a:schemeClr val="tx1"/>
                </a:solidFill>
              </a:rPr>
              <a:t>(FK)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Product_Id</a:t>
            </a:r>
            <a:r>
              <a:rPr lang="en-US" dirty="0">
                <a:solidFill>
                  <a:schemeClr val="tx1"/>
                </a:solidFill>
              </a:rPr>
              <a:t>(FK)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Policy_Start_Date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Commission_Amount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Premium_Amount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DB0262F1-64C6-BE90-BC5F-27FC55871518}"/>
              </a:ext>
            </a:extLst>
          </p:cNvPr>
          <p:cNvSpPr/>
          <p:nvPr/>
        </p:nvSpPr>
        <p:spPr>
          <a:xfrm>
            <a:off x="1290918" y="1090989"/>
            <a:ext cx="2160494" cy="19032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Dim_Product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Product_Id</a:t>
            </a:r>
            <a:r>
              <a:rPr lang="en-US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Product_Name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Product_Type_Code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C578035E-2C69-59A7-464E-94C807049F0D}"/>
              </a:ext>
            </a:extLst>
          </p:cNvPr>
          <p:cNvSpPr/>
          <p:nvPr/>
        </p:nvSpPr>
        <p:spPr>
          <a:xfrm>
            <a:off x="8624047" y="2859741"/>
            <a:ext cx="2483224" cy="33438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Dim_Customer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Customer_Id</a:t>
            </a:r>
            <a:r>
              <a:rPr lang="en-US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Customer_Name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Customer_Addr_1_Text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Customer_Addr_2_Text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Pin_Code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State_Name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Country_ISO_Code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Country_Name</a:t>
            </a: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DB193FA-8549-51EF-FE5E-58A75A42E34D}"/>
              </a:ext>
            </a:extLst>
          </p:cNvPr>
          <p:cNvSpPr/>
          <p:nvPr/>
        </p:nvSpPr>
        <p:spPr>
          <a:xfrm>
            <a:off x="1290918" y="3429000"/>
            <a:ext cx="2160494" cy="28776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Dim_Policy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Policy_Id</a:t>
            </a:r>
            <a:r>
              <a:rPr lang="en-US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Policy_Name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Product_Type_Code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5B7B6394-21D1-1858-1CAE-1753B957EAB0}"/>
              </a:ext>
            </a:extLst>
          </p:cNvPr>
          <p:cNvCxnSpPr>
            <a:stCxn id="7" idx="3"/>
            <a:endCxn id="4" idx="1"/>
          </p:cNvCxnSpPr>
          <p:nvPr/>
        </p:nvCxnSpPr>
        <p:spPr>
          <a:xfrm flipV="1">
            <a:off x="3451412" y="4693024"/>
            <a:ext cx="1228164" cy="174812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F85F97BE-6982-C1D5-C943-552DEB85FD24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3451412" y="2042601"/>
            <a:ext cx="1228164" cy="2650423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73F54CD4-A2EC-C5D2-4A46-092CA8B17C4E}"/>
              </a:ext>
            </a:extLst>
          </p:cNvPr>
          <p:cNvCxnSpPr>
            <a:stCxn id="6" idx="1"/>
            <a:endCxn id="4" idx="3"/>
          </p:cNvCxnSpPr>
          <p:nvPr/>
        </p:nvCxnSpPr>
        <p:spPr>
          <a:xfrm rot="10800000" flipV="1">
            <a:off x="7512423" y="4531658"/>
            <a:ext cx="1111624" cy="161365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9950029"/>
      </p:ext>
    </p:extLst>
  </p:cSld>
  <p:clrMapOvr>
    <a:masterClrMapping/>
  </p:clrMapOvr>
  <p:transition spd="slow">
    <p:push dir="u"/>
  </p:transition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30510FB-D094-67E4-A1F7-4F82E9A4C7B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6CCBCAD4-C57F-53CB-2D01-19B2FCC3006F}"/>
              </a:ext>
            </a:extLst>
          </p:cNvPr>
          <p:cNvSpPr txBox="1"/>
          <p:nvPr/>
        </p:nvSpPr>
        <p:spPr>
          <a:xfrm>
            <a:off x="950259" y="514145"/>
            <a:ext cx="858818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n-US"/>
            </a:defPPr>
            <a:lvl1pPr>
              <a:defRPr sz="2400" b="1" u="sng">
                <a:solidFill>
                  <a:schemeClr val="tx2">
                    <a:lumMod val="75000"/>
                  </a:schemeClr>
                </a:solidFill>
              </a:defRPr>
            </a:lvl1pPr>
          </a:lstStyle>
          <a:p>
            <a:r>
              <a:rPr lang="en-US" dirty="0"/>
              <a:t>Dimensional modeling(Snowflake Schema)-Example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1E83A035-9877-D275-5CEA-5EE5253A462A}"/>
              </a:ext>
            </a:extLst>
          </p:cNvPr>
          <p:cNvSpPr/>
          <p:nvPr/>
        </p:nvSpPr>
        <p:spPr>
          <a:xfrm>
            <a:off x="4132731" y="3056965"/>
            <a:ext cx="2859740" cy="3397624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Fact_Policy_details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Fact_policy_detail_Key</a:t>
            </a:r>
            <a:r>
              <a:rPr lang="en-US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Policy_Id</a:t>
            </a:r>
            <a:r>
              <a:rPr lang="en-US" dirty="0">
                <a:solidFill>
                  <a:schemeClr val="tx1"/>
                </a:solidFill>
              </a:rPr>
              <a:t>(FK)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Customer_Id</a:t>
            </a:r>
            <a:r>
              <a:rPr lang="en-US" dirty="0">
                <a:solidFill>
                  <a:schemeClr val="tx1"/>
                </a:solidFill>
              </a:rPr>
              <a:t>(FK)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Product_Id</a:t>
            </a:r>
            <a:r>
              <a:rPr lang="en-US" dirty="0">
                <a:solidFill>
                  <a:schemeClr val="tx1"/>
                </a:solidFill>
              </a:rPr>
              <a:t>(FK)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Policy_Start_Date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Commission_Amount</a:t>
            </a:r>
            <a:br>
              <a:rPr lang="en-US" dirty="0">
                <a:solidFill>
                  <a:schemeClr val="tx1"/>
                </a:solidFill>
              </a:rPr>
            </a:br>
            <a:r>
              <a:rPr lang="en-US" dirty="0" err="1">
                <a:solidFill>
                  <a:schemeClr val="tx1"/>
                </a:solidFill>
              </a:rPr>
              <a:t>Premium_Amount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78643936-2560-A6B6-0106-59DEBD7F3A05}"/>
              </a:ext>
            </a:extLst>
          </p:cNvPr>
          <p:cNvSpPr/>
          <p:nvPr/>
        </p:nvSpPr>
        <p:spPr>
          <a:xfrm>
            <a:off x="1290918" y="1090989"/>
            <a:ext cx="2160494" cy="1903223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Dim_Product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Product_Id</a:t>
            </a:r>
            <a:r>
              <a:rPr lang="en-US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Product_Name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Product_Type_Code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D020E332-9CB4-CBAB-389D-9C577B0C6A72}"/>
              </a:ext>
            </a:extLst>
          </p:cNvPr>
          <p:cNvSpPr/>
          <p:nvPr/>
        </p:nvSpPr>
        <p:spPr>
          <a:xfrm>
            <a:off x="7351060" y="3083858"/>
            <a:ext cx="2447363" cy="33438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Dim_Customer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Customer_Id</a:t>
            </a:r>
            <a:r>
              <a:rPr lang="en-US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Customer_Name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>
                <a:solidFill>
                  <a:schemeClr val="tx1"/>
                </a:solidFill>
              </a:rPr>
              <a:t>Customer_Addr_1_Txt</a:t>
            </a:r>
          </a:p>
          <a:p>
            <a:pPr algn="ctr"/>
            <a:r>
              <a:rPr lang="en-US" dirty="0">
                <a:solidFill>
                  <a:schemeClr val="tx1"/>
                </a:solidFill>
              </a:rPr>
              <a:t>Customer_Addr_2_Txt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Address_Id</a:t>
            </a:r>
            <a:r>
              <a:rPr lang="en-US" dirty="0">
                <a:solidFill>
                  <a:schemeClr val="tx1"/>
                </a:solidFill>
              </a:rPr>
              <a:t>(FK)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0B7AF0E3-694B-0621-177A-F652A99E8F0B}"/>
              </a:ext>
            </a:extLst>
          </p:cNvPr>
          <p:cNvSpPr/>
          <p:nvPr/>
        </p:nvSpPr>
        <p:spPr>
          <a:xfrm>
            <a:off x="1290918" y="3429000"/>
            <a:ext cx="2160494" cy="2877671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Dim_Policy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Policy_Id</a:t>
            </a:r>
            <a:r>
              <a:rPr lang="en-US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Policy_Name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Product_Type_Code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0F663AFC-4D6A-A91D-4904-43A2FCAD58D0}"/>
              </a:ext>
            </a:extLst>
          </p:cNvPr>
          <p:cNvCxnSpPr>
            <a:cxnSpLocks/>
            <a:stCxn id="7" idx="3"/>
            <a:endCxn id="4" idx="1"/>
          </p:cNvCxnSpPr>
          <p:nvPr/>
        </p:nvCxnSpPr>
        <p:spPr>
          <a:xfrm flipV="1">
            <a:off x="3451412" y="4755777"/>
            <a:ext cx="681319" cy="112059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26DB6B59-4A50-FF83-A1DD-1B8E6A2CD203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>
            <a:off x="3451412" y="2042601"/>
            <a:ext cx="681319" cy="2713176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83151517-7E52-90FC-ED98-5C2707136630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rot="10800000" flipV="1">
            <a:off x="6992472" y="4755775"/>
            <a:ext cx="358589" cy="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Rectangle 17">
            <a:extLst>
              <a:ext uri="{FF2B5EF4-FFF2-40B4-BE49-F238E27FC236}">
                <a16:creationId xmlns:a16="http://schemas.microsoft.com/office/drawing/2014/main" id="{8827D12B-E778-64C1-309E-E0A148A27BFA}"/>
              </a:ext>
            </a:extLst>
          </p:cNvPr>
          <p:cNvSpPr/>
          <p:nvPr/>
        </p:nvSpPr>
        <p:spPr>
          <a:xfrm>
            <a:off x="10210800" y="3083858"/>
            <a:ext cx="1783976" cy="3343835"/>
          </a:xfrm>
          <a:prstGeom prst="rect">
            <a:avLst/>
          </a:prstGeom>
          <a:solidFill>
            <a:schemeClr val="accent2">
              <a:lumMod val="40000"/>
              <a:lumOff val="60000"/>
            </a:schemeClr>
          </a:solidFill>
          <a:ln w="66675" cmpd="dbl"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 err="1">
                <a:solidFill>
                  <a:schemeClr val="tx1"/>
                </a:solidFill>
              </a:rPr>
              <a:t>Dim_Location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Location_Id</a:t>
            </a:r>
            <a:r>
              <a:rPr lang="en-US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Pin_Code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State_Code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Country_Code</a:t>
            </a:r>
            <a:endParaRPr lang="en-US" dirty="0">
              <a:solidFill>
                <a:schemeClr val="tx1"/>
              </a:solidFill>
            </a:endParaRPr>
          </a:p>
          <a:p>
            <a:pPr algn="ctr"/>
            <a:r>
              <a:rPr lang="en-US" dirty="0" err="1">
                <a:solidFill>
                  <a:schemeClr val="tx1"/>
                </a:solidFill>
              </a:rPr>
              <a:t>Country_Name</a:t>
            </a:r>
            <a:endParaRPr lang="en-US" dirty="0">
              <a:solidFill>
                <a:schemeClr val="tx1"/>
              </a:solidFill>
            </a:endParaRPr>
          </a:p>
        </p:txBody>
      </p:sp>
      <p:cxnSp>
        <p:nvCxnSpPr>
          <p:cNvPr id="20" name="Connector: Elbow 19">
            <a:extLst>
              <a:ext uri="{FF2B5EF4-FFF2-40B4-BE49-F238E27FC236}">
                <a16:creationId xmlns:a16="http://schemas.microsoft.com/office/drawing/2014/main" id="{07B94B3E-046E-C942-4F5A-13975E3AEAAA}"/>
              </a:ext>
            </a:extLst>
          </p:cNvPr>
          <p:cNvCxnSpPr>
            <a:cxnSpLocks/>
            <a:stCxn id="18" idx="1"/>
            <a:endCxn id="6" idx="3"/>
          </p:cNvCxnSpPr>
          <p:nvPr/>
        </p:nvCxnSpPr>
        <p:spPr>
          <a:xfrm rot="10800000">
            <a:off x="9798424" y="4755776"/>
            <a:ext cx="412377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57238627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6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8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1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2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13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14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5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16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7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18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19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20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1" fill="hold">
                      <p:stCondLst>
                        <p:cond delay="indefinite"/>
                      </p:stCondLst>
                      <p:childTnLst>
                        <p:par>
                          <p:cTn id="22" fill="hold">
                            <p:stCondLst>
                              <p:cond delay="0"/>
                            </p:stCondLst>
                            <p:childTnLst>
                              <p:par>
                                <p:cTn id="23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5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26" dur="500" fill="hold"/>
                                        <p:tgtEl>
                                          <p:spTgt spid="18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26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31" dur="58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822" tmFilter="0,0; 0.14,0.36; 0.43,0.73; 0.71,0.91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0.25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664" tmFilter="0.0,0.0; 0.25,0.07; 0.50,0.2; 0.75,0.467; 1.0,1.0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3">
                                          <p:val>
                                            <p:fltVal val="0.5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4" dur="664" tmFilter="0, 0; 0.125,0.2665; 0.25,0.4; 0.375,0.465; 0.5,0.5;  0.625,0.535; 0.75,0.6; 0.875,0.7335; 1,1">
                                          <p:stCondLst>
                                            <p:cond delay="66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9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5" dur="332" tmFilter="0, 0; 0.125,0.2665; 0.25,0.4; 0.375,0.465; 0.5,0.5;  0.625,0.535; 0.75,0.6; 0.875,0.7335; 1,1">
                                          <p:stCondLst>
                                            <p:cond delay="132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27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6" dur="164" tmFilter="0, 0; 0.125,0.2665; 0.25,0.4; 0.375,0.465; 0.5,0.5;  0.625,0.535; 0.75,0.6; 0.875,0.7335; 1,1">
                                          <p:stCondLst>
                                            <p:cond delay="165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 fmla="#ppt_y-sin(pi*$)/81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fltVal val="1"/>
                                          </p:val>
                                        </p:tav>
                                      </p:tavLst>
                                    </p:anim>
                                    <p:animScale>
                                      <p:cBhvr>
                                        <p:cTn id="37" dur="26">
                                          <p:stCondLst>
                                            <p:cond delay="65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60000"/>
                                    </p:animScale>
                                    <p:animScale>
                                      <p:cBhvr>
                                        <p:cTn id="38" dur="166" decel="50000">
                                          <p:stCondLst>
                                            <p:cond delay="676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39" dur="26">
                                          <p:stCondLst>
                                            <p:cond delay="131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80000"/>
                                    </p:animScale>
                                    <p:animScale>
                                      <p:cBhvr>
                                        <p:cTn id="40" dur="166" decel="50000">
                                          <p:stCondLst>
                                            <p:cond delay="133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1" dur="26">
                                          <p:stCondLst>
                                            <p:cond delay="1642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0000"/>
                                    </p:animScale>
                                    <p:animScale>
                                      <p:cBhvr>
                                        <p:cTn id="42" dur="166" decel="50000">
                                          <p:stCondLst>
                                            <p:cond delay="166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  <p:animScale>
                                      <p:cBhvr>
                                        <p:cTn id="43" dur="26">
                                          <p:stCondLst>
                                            <p:cond delay="1808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95000"/>
                                    </p:animScale>
                                    <p:animScale>
                                      <p:cBhvr>
                                        <p:cTn id="44" dur="166" decel="50000">
                                          <p:stCondLst>
                                            <p:cond delay="1834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</p:cBhvr>
                                      <p:to x="100000" y="100000"/>
                                    </p:animScale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5" fill="hold">
                      <p:stCondLst>
                        <p:cond delay="indefinite"/>
                      </p:stCondLst>
                      <p:childTnLst>
                        <p:par>
                          <p:cTn id="46" fill="hold">
                            <p:stCondLst>
                              <p:cond delay="0"/>
                            </p:stCondLst>
                            <p:childTnLst>
                              <p:par>
                                <p:cTn id="47" presetID="42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9" dur="1000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50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51" dur="1000" fill="hold"/>
                                        <p:tgtEl>
                                          <p:spTgt spid="6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8" grpId="0" animBg="1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D50E2E6-2BB5-744A-D7A6-2C44F56AF8EB}"/>
              </a:ext>
            </a:extLst>
          </p:cNvPr>
          <p:cNvSpPr txBox="1"/>
          <p:nvPr/>
        </p:nvSpPr>
        <p:spPr>
          <a:xfrm>
            <a:off x="804672" y="498155"/>
            <a:ext cx="8751704" cy="1454051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defTabSz="1087546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>
                <a:solidFill>
                  <a:srgbClr val="00008F"/>
                </a:solidFill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Types of Dimension table and Fact table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823B4ABD-B541-547E-22F5-19EAFF7F420E}"/>
              </a:ext>
            </a:extLst>
          </p:cNvPr>
          <p:cNvSpPr/>
          <p:nvPr/>
        </p:nvSpPr>
        <p:spPr>
          <a:xfrm>
            <a:off x="804672" y="2421682"/>
            <a:ext cx="4977578" cy="363928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 anchor="ctr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Dimension table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Conformed dimension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Slowly Changing dimension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Role playing dimension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Degenerate dimension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>
                <a:solidFill>
                  <a:schemeClr val="tx2"/>
                </a:solidFill>
              </a:rPr>
              <a:t>Junk dimension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>
              <a:solidFill>
                <a:schemeClr val="tx2"/>
              </a:solidFill>
            </a:endParaRPr>
          </a:p>
        </p:txBody>
      </p:sp>
      <p:pic>
        <p:nvPicPr>
          <p:cNvPr id="8" name="Graphic 7" descr="Table">
            <a:extLst>
              <a:ext uri="{FF2B5EF4-FFF2-40B4-BE49-F238E27FC236}">
                <a16:creationId xmlns:a16="http://schemas.microsoft.com/office/drawing/2014/main" id="{ECB649C9-37A3-B74C-F649-447DE1ED15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8121726" y="1629089"/>
            <a:ext cx="3620021" cy="3620021"/>
          </a:xfrm>
          <a:prstGeom prst="rect">
            <a:avLst/>
          </a:prstGeom>
        </p:spPr>
      </p:pic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2124935E-821A-EC03-D88F-2CCA70BF9E97}"/>
              </a:ext>
            </a:extLst>
          </p:cNvPr>
          <p:cNvSpPr/>
          <p:nvPr/>
        </p:nvSpPr>
        <p:spPr>
          <a:xfrm>
            <a:off x="6302187" y="1622611"/>
            <a:ext cx="3397623" cy="458992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/>
              <a:t>Fact table</a:t>
            </a:r>
          </a:p>
          <a:p>
            <a:pPr algn="ctr">
              <a:spcAft>
                <a:spcPts val="600"/>
              </a:spcAft>
            </a:pPr>
            <a:endParaRPr lang="en-US"/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Transactional Fact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Periodic Snapshot fact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/>
              <a:t>Accumulating Snapshot Fact</a:t>
            </a:r>
          </a:p>
          <a:p>
            <a:pPr algn="ctr">
              <a:spcAft>
                <a:spcPts val="600"/>
              </a:spcAft>
            </a:pPr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169332"/>
      </p:ext>
    </p:extLst>
  </p:cSld>
  <p:clrMapOvr>
    <a:masterClrMapping/>
  </p:clrMapOvr>
  <p:transition spd="slow">
    <p:push dir="u"/>
  </p:transition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diagram of a scd&#10;&#10;AI-generated content may be incorrect.">
            <a:extLst>
              <a:ext uri="{FF2B5EF4-FFF2-40B4-BE49-F238E27FC236}">
                <a16:creationId xmlns:a16="http://schemas.microsoft.com/office/drawing/2014/main" id="{06A03F84-E92D-889F-8AF0-EE2D9453C87D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30829" y="997184"/>
            <a:ext cx="7708853" cy="5222747"/>
          </a:xfrm>
          <a:prstGeom prst="rect">
            <a:avLst/>
          </a:prstGeom>
          <a:noFill/>
        </p:spPr>
      </p:pic>
      <p:sp>
        <p:nvSpPr>
          <p:cNvPr id="3" name="TextBox 2">
            <a:extLst>
              <a:ext uri="{FF2B5EF4-FFF2-40B4-BE49-F238E27FC236}">
                <a16:creationId xmlns:a16="http://schemas.microsoft.com/office/drawing/2014/main" id="{6F8B02CC-C1FE-82E0-6496-AB1F73639D19}"/>
              </a:ext>
            </a:extLst>
          </p:cNvPr>
          <p:cNvSpPr txBox="1"/>
          <p:nvPr/>
        </p:nvSpPr>
        <p:spPr>
          <a:xfrm>
            <a:off x="587375" y="393192"/>
            <a:ext cx="10980739" cy="547200"/>
          </a:xfr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defTabSz="1087546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>
                <a:solidFill>
                  <a:srgbClr val="00008F"/>
                </a:solidFill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SCD type and Update strategy</a:t>
            </a:r>
          </a:p>
        </p:txBody>
      </p:sp>
    </p:spTree>
    <p:extLst>
      <p:ext uri="{BB962C8B-B14F-4D97-AF65-F5344CB8AC3E}">
        <p14:creationId xmlns:p14="http://schemas.microsoft.com/office/powerpoint/2010/main" val="1098824396"/>
      </p:ext>
    </p:extLst>
  </p:cSld>
  <p:clrMapOvr>
    <a:masterClrMapping/>
  </p:clrMapOvr>
  <p:transition spd="slow">
    <p:push dir="u"/>
  </p:transition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90BE2DF5-BF83-BD8F-B84B-68E2B5FAB843}"/>
              </a:ext>
            </a:extLst>
          </p:cNvPr>
          <p:cNvSpPr/>
          <p:nvPr/>
        </p:nvSpPr>
        <p:spPr>
          <a:xfrm>
            <a:off x="1676400" y="5791200"/>
            <a:ext cx="1425389" cy="869576"/>
          </a:xfrm>
          <a:prstGeom prst="roundRect">
            <a:avLst/>
          </a:prstGeom>
          <a:solidFill>
            <a:schemeClr val="accent3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Fact</a:t>
            </a: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F55C49C0-0526-1E51-EF93-369C319BF8C3}"/>
              </a:ext>
            </a:extLst>
          </p:cNvPr>
          <p:cNvSpPr/>
          <p:nvPr/>
        </p:nvSpPr>
        <p:spPr>
          <a:xfrm>
            <a:off x="403411" y="4444252"/>
            <a:ext cx="1425389" cy="688042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Dimension</a:t>
            </a:r>
          </a:p>
        </p:txBody>
      </p:sp>
      <p:sp>
        <p:nvSpPr>
          <p:cNvPr id="5" name="Rectangle: Rounded Corners 4">
            <a:extLst>
              <a:ext uri="{FF2B5EF4-FFF2-40B4-BE49-F238E27FC236}">
                <a16:creationId xmlns:a16="http://schemas.microsoft.com/office/drawing/2014/main" id="{894B1624-9EB6-A10D-B01C-AED9B7DAC325}"/>
              </a:ext>
            </a:extLst>
          </p:cNvPr>
          <p:cNvSpPr/>
          <p:nvPr/>
        </p:nvSpPr>
        <p:spPr>
          <a:xfrm>
            <a:off x="3209364" y="4444252"/>
            <a:ext cx="1425389" cy="688041"/>
          </a:xfrm>
          <a:prstGeom prst="roundRect">
            <a:avLst/>
          </a:prstGeom>
          <a:solidFill>
            <a:schemeClr val="accent2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Dimension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1C6ADB43-6E56-EDD9-6FF7-32E9D76A807A}"/>
              </a:ext>
            </a:extLst>
          </p:cNvPr>
          <p:cNvSpPr/>
          <p:nvPr/>
        </p:nvSpPr>
        <p:spPr>
          <a:xfrm>
            <a:off x="6342526" y="4217894"/>
            <a:ext cx="735108" cy="116989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Sat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C3C1DFD9-283C-CDC7-7F74-20E9ED13FA12}"/>
              </a:ext>
            </a:extLst>
          </p:cNvPr>
          <p:cNvSpPr/>
          <p:nvPr/>
        </p:nvSpPr>
        <p:spPr>
          <a:xfrm>
            <a:off x="7754470" y="4217894"/>
            <a:ext cx="735108" cy="11698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Hub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96007CBC-9637-E170-ACB9-C941211C71B1}"/>
              </a:ext>
            </a:extLst>
          </p:cNvPr>
          <p:cNvSpPr/>
          <p:nvPr/>
        </p:nvSpPr>
        <p:spPr>
          <a:xfrm>
            <a:off x="9780492" y="4217894"/>
            <a:ext cx="735108" cy="1169894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Hub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89B196AB-C1BA-4245-40E4-84E2EC556F70}"/>
              </a:ext>
            </a:extLst>
          </p:cNvPr>
          <p:cNvSpPr/>
          <p:nvPr/>
        </p:nvSpPr>
        <p:spPr>
          <a:xfrm>
            <a:off x="11134165" y="4128247"/>
            <a:ext cx="735108" cy="1169894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Sat</a:t>
            </a:r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9467FEE-13F6-9638-2A7F-7BDFD78636D1}"/>
              </a:ext>
            </a:extLst>
          </p:cNvPr>
          <p:cNvSpPr/>
          <p:nvPr/>
        </p:nvSpPr>
        <p:spPr>
          <a:xfrm>
            <a:off x="8794373" y="5356411"/>
            <a:ext cx="735108" cy="632012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Link</a:t>
            </a: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5E1F4A7F-EA87-BD00-61F1-B4C37E9A482C}"/>
              </a:ext>
            </a:extLst>
          </p:cNvPr>
          <p:cNvSpPr/>
          <p:nvPr/>
        </p:nvSpPr>
        <p:spPr>
          <a:xfrm>
            <a:off x="8794373" y="6149788"/>
            <a:ext cx="735108" cy="632012"/>
          </a:xfrm>
          <a:prstGeom prst="rect">
            <a:avLst/>
          </a:prstGeom>
          <a:solidFill>
            <a:schemeClr val="accent4">
              <a:lumMod val="40000"/>
              <a:lumOff val="6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dirty="0">
                <a:solidFill>
                  <a:schemeClr val="tx1"/>
                </a:solidFill>
              </a:rPr>
              <a:t>Sat</a:t>
            </a:r>
          </a:p>
        </p:txBody>
      </p: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C3E4D3D3-64C1-2F4F-50B2-EE3E3309ECBC}"/>
              </a:ext>
            </a:extLst>
          </p:cNvPr>
          <p:cNvCxnSpPr>
            <a:cxnSpLocks/>
            <a:stCxn id="5" idx="2"/>
            <a:endCxn id="3" idx="3"/>
          </p:cNvCxnSpPr>
          <p:nvPr/>
        </p:nvCxnSpPr>
        <p:spPr>
          <a:xfrm rot="5400000">
            <a:off x="2965077" y="5269005"/>
            <a:ext cx="1093695" cy="8202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62BF713E-D942-4095-6940-CAE556053592}"/>
              </a:ext>
            </a:extLst>
          </p:cNvPr>
          <p:cNvCxnSpPr>
            <a:cxnSpLocks/>
            <a:stCxn id="4" idx="2"/>
            <a:endCxn id="3" idx="1"/>
          </p:cNvCxnSpPr>
          <p:nvPr/>
        </p:nvCxnSpPr>
        <p:spPr>
          <a:xfrm rot="16200000" flipH="1">
            <a:off x="849406" y="5398994"/>
            <a:ext cx="1093694" cy="560294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Connector: Elbow 17">
            <a:extLst>
              <a:ext uri="{FF2B5EF4-FFF2-40B4-BE49-F238E27FC236}">
                <a16:creationId xmlns:a16="http://schemas.microsoft.com/office/drawing/2014/main" id="{9FC4716D-2811-992A-1673-5ECDDE81D0EF}"/>
              </a:ext>
            </a:extLst>
          </p:cNvPr>
          <p:cNvCxnSpPr>
            <a:stCxn id="6" idx="3"/>
            <a:endCxn id="7" idx="1"/>
          </p:cNvCxnSpPr>
          <p:nvPr/>
        </p:nvCxnSpPr>
        <p:spPr>
          <a:xfrm>
            <a:off x="7077634" y="4802841"/>
            <a:ext cx="676836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" name="Connector: Elbow 18">
            <a:extLst>
              <a:ext uri="{FF2B5EF4-FFF2-40B4-BE49-F238E27FC236}">
                <a16:creationId xmlns:a16="http://schemas.microsoft.com/office/drawing/2014/main" id="{91671999-5C1F-D4E2-6E6E-2D8733BE945A}"/>
              </a:ext>
            </a:extLst>
          </p:cNvPr>
          <p:cNvCxnSpPr>
            <a:cxnSpLocks/>
            <a:stCxn id="9" idx="1"/>
            <a:endCxn id="8" idx="3"/>
          </p:cNvCxnSpPr>
          <p:nvPr/>
        </p:nvCxnSpPr>
        <p:spPr>
          <a:xfrm rot="10800000" flipV="1">
            <a:off x="10515601" y="4713193"/>
            <a:ext cx="618565" cy="89647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2" name="Connector: Elbow 21">
            <a:extLst>
              <a:ext uri="{FF2B5EF4-FFF2-40B4-BE49-F238E27FC236}">
                <a16:creationId xmlns:a16="http://schemas.microsoft.com/office/drawing/2014/main" id="{D3AA507F-325C-9403-6EA6-BE43ABE7957A}"/>
              </a:ext>
            </a:extLst>
          </p:cNvPr>
          <p:cNvCxnSpPr>
            <a:cxnSpLocks/>
            <a:stCxn id="7" idx="3"/>
            <a:endCxn id="10" idx="0"/>
          </p:cNvCxnSpPr>
          <p:nvPr/>
        </p:nvCxnSpPr>
        <p:spPr>
          <a:xfrm>
            <a:off x="8489578" y="4802841"/>
            <a:ext cx="672349" cy="5535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id="{B25FBD0A-DCED-2D56-347F-7C9727A817B2}"/>
              </a:ext>
            </a:extLst>
          </p:cNvPr>
          <p:cNvCxnSpPr>
            <a:cxnSpLocks/>
            <a:stCxn id="8" idx="1"/>
            <a:endCxn id="10" idx="0"/>
          </p:cNvCxnSpPr>
          <p:nvPr/>
        </p:nvCxnSpPr>
        <p:spPr>
          <a:xfrm rot="10800000" flipV="1">
            <a:off x="9161928" y="4802841"/>
            <a:ext cx="618565" cy="553570"/>
          </a:xfrm>
          <a:prstGeom prst="bentConnector2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8" name="Connector: Elbow 27">
            <a:extLst>
              <a:ext uri="{FF2B5EF4-FFF2-40B4-BE49-F238E27FC236}">
                <a16:creationId xmlns:a16="http://schemas.microsoft.com/office/drawing/2014/main" id="{95288E0E-726F-F2C2-D4F7-797FE23B88CC}"/>
              </a:ext>
            </a:extLst>
          </p:cNvPr>
          <p:cNvCxnSpPr>
            <a:cxnSpLocks/>
            <a:stCxn id="10" idx="2"/>
            <a:endCxn id="11" idx="0"/>
          </p:cNvCxnSpPr>
          <p:nvPr/>
        </p:nvCxnSpPr>
        <p:spPr>
          <a:xfrm rot="5400000">
            <a:off x="9081245" y="6069105"/>
            <a:ext cx="161365" cy="12700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" name="TextBox 13">
            <a:extLst>
              <a:ext uri="{FF2B5EF4-FFF2-40B4-BE49-F238E27FC236}">
                <a16:creationId xmlns:a16="http://schemas.microsoft.com/office/drawing/2014/main" id="{62ECEB44-9F8D-DD2F-E327-BA0AA975EB87}"/>
              </a:ext>
            </a:extLst>
          </p:cNvPr>
          <p:cNvSpPr txBox="1"/>
          <p:nvPr/>
        </p:nvSpPr>
        <p:spPr>
          <a:xfrm>
            <a:off x="762000" y="3429000"/>
            <a:ext cx="9215718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GB" b="1" dirty="0">
                <a:highlight>
                  <a:srgbClr val="C0C0C0"/>
                </a:highlight>
              </a:rPr>
              <a:t>Symbolic Diagram: How Dimensional </a:t>
            </a:r>
            <a:r>
              <a:rPr lang="en-GB" b="1" dirty="0" err="1">
                <a:highlight>
                  <a:srgbClr val="C0C0C0"/>
                </a:highlight>
              </a:rPr>
              <a:t>Modeling</a:t>
            </a:r>
            <a:r>
              <a:rPr lang="en-GB" b="1" dirty="0">
                <a:highlight>
                  <a:srgbClr val="C0C0C0"/>
                </a:highlight>
              </a:rPr>
              <a:t> Differs from Data Vault </a:t>
            </a:r>
            <a:r>
              <a:rPr lang="en-GB" b="1" dirty="0" err="1">
                <a:highlight>
                  <a:srgbClr val="C0C0C0"/>
                </a:highlight>
              </a:rPr>
              <a:t>Modeling</a:t>
            </a:r>
            <a:endParaRPr lang="en-GB" b="1" dirty="0">
              <a:highlight>
                <a:srgbClr val="C0C0C0"/>
              </a:highlight>
            </a:endParaRPr>
          </a:p>
          <a:p>
            <a:endParaRPr lang="en-GB" dirty="0">
              <a:highlight>
                <a:srgbClr val="C0C0C0"/>
              </a:highlight>
            </a:endParaRPr>
          </a:p>
        </p:txBody>
      </p:sp>
      <p:graphicFrame>
        <p:nvGraphicFramePr>
          <p:cNvPr id="31" name="TextBox 1">
            <a:extLst>
              <a:ext uri="{FF2B5EF4-FFF2-40B4-BE49-F238E27FC236}">
                <a16:creationId xmlns:a16="http://schemas.microsoft.com/office/drawing/2014/main" id="{7C873E23-6D10-7918-A18B-7284CF3F5A7C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845687921"/>
              </p:ext>
            </p:extLst>
          </p:nvPr>
        </p:nvGraphicFramePr>
        <p:xfrm>
          <a:off x="1264024" y="708212"/>
          <a:ext cx="8337176" cy="261610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2" name="TextBox 1">
            <a:extLst>
              <a:ext uri="{FF2B5EF4-FFF2-40B4-BE49-F238E27FC236}">
                <a16:creationId xmlns:a16="http://schemas.microsoft.com/office/drawing/2014/main" id="{2D9549DC-0DDC-A141-4D1A-CDF16EED8125}"/>
              </a:ext>
            </a:extLst>
          </p:cNvPr>
          <p:cNvSpPr txBox="1"/>
          <p:nvPr/>
        </p:nvSpPr>
        <p:spPr>
          <a:xfrm>
            <a:off x="587375" y="393192"/>
            <a:ext cx="10980739" cy="547200"/>
          </a:xfr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defTabSz="1087546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>
                <a:solidFill>
                  <a:srgbClr val="00008F"/>
                </a:solidFill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Data Vault Modeling</a:t>
            </a:r>
          </a:p>
        </p:txBody>
      </p:sp>
    </p:spTree>
    <p:extLst>
      <p:ext uri="{BB962C8B-B14F-4D97-AF65-F5344CB8AC3E}">
        <p14:creationId xmlns:p14="http://schemas.microsoft.com/office/powerpoint/2010/main" val="111236338"/>
      </p:ext>
    </p:extLst>
  </p:cSld>
  <p:clrMapOvr>
    <a:masterClrMapping/>
  </p:clrMapOvr>
  <p:transition spd="slow">
    <p:push dir="u"/>
  </p:transition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ACC2C16-5EFE-3A27-BFD1-0ACECBFA267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71740AE6-9BAF-EA53-CA21-47EBD2C6962D}"/>
              </a:ext>
            </a:extLst>
          </p:cNvPr>
          <p:cNvSpPr txBox="1"/>
          <p:nvPr/>
        </p:nvSpPr>
        <p:spPr>
          <a:xfrm>
            <a:off x="537882" y="207242"/>
            <a:ext cx="8588188" cy="400110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defTabSz="1087546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>
                <a:solidFill>
                  <a:srgbClr val="00008F"/>
                </a:solidFill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Data Vault modeling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2ACFDF7B-5F61-95D0-82DC-C73486CBDB3A}"/>
              </a:ext>
            </a:extLst>
          </p:cNvPr>
          <p:cNvSpPr/>
          <p:nvPr/>
        </p:nvSpPr>
        <p:spPr>
          <a:xfrm>
            <a:off x="6004113" y="1909364"/>
            <a:ext cx="2393576" cy="2008327"/>
          </a:xfrm>
          <a:prstGeom prst="rect">
            <a:avLst/>
          </a:prstGeom>
          <a:solidFill>
            <a:schemeClr val="accent3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Policy_details_Link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Policy_details_Link_Key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Policy_Id</a:t>
            </a:r>
            <a:r>
              <a:rPr lang="en-US" sz="1600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Customer_Id</a:t>
            </a:r>
            <a:r>
              <a:rPr lang="en-US" sz="1600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Product_Id</a:t>
            </a:r>
            <a:r>
              <a:rPr lang="en-US" sz="1600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Audit fields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4D428096-1846-10FD-A3C9-C7838B67364C}"/>
              </a:ext>
            </a:extLst>
          </p:cNvPr>
          <p:cNvSpPr/>
          <p:nvPr/>
        </p:nvSpPr>
        <p:spPr>
          <a:xfrm>
            <a:off x="2773465" y="2282855"/>
            <a:ext cx="2160494" cy="1462602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Product_Hub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Product_Hub_Key</a:t>
            </a:r>
            <a:r>
              <a:rPr lang="en-US" sz="1600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Product_Id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Audit fields…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4BE33EB-CF09-6622-1EC6-444D49976348}"/>
              </a:ext>
            </a:extLst>
          </p:cNvPr>
          <p:cNvSpPr/>
          <p:nvPr/>
        </p:nvSpPr>
        <p:spPr>
          <a:xfrm>
            <a:off x="9220203" y="4182151"/>
            <a:ext cx="2303927" cy="1353670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Customer_Hub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Customer_Hub_Key</a:t>
            </a:r>
            <a:r>
              <a:rPr lang="en-US" sz="1600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Customer_Id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Audit fields…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7EE97E99-8AA0-5FE6-2998-29383E1348F3}"/>
              </a:ext>
            </a:extLst>
          </p:cNvPr>
          <p:cNvSpPr/>
          <p:nvPr/>
        </p:nvSpPr>
        <p:spPr>
          <a:xfrm>
            <a:off x="2773464" y="4868067"/>
            <a:ext cx="2160494" cy="1671918"/>
          </a:xfrm>
          <a:prstGeom prst="rect">
            <a:avLst/>
          </a:prstGeom>
          <a:solidFill>
            <a:schemeClr val="accent2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Policy_Hub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Policy_Hub_Key</a:t>
            </a:r>
            <a:r>
              <a:rPr lang="en-US" sz="1600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Policy_Id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Audit fields…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11" name="Connector: Elbow 10">
            <a:extLst>
              <a:ext uri="{FF2B5EF4-FFF2-40B4-BE49-F238E27FC236}">
                <a16:creationId xmlns:a16="http://schemas.microsoft.com/office/drawing/2014/main" id="{7A45D6C1-E8C0-7BC8-7D4C-4E220BC04552}"/>
              </a:ext>
            </a:extLst>
          </p:cNvPr>
          <p:cNvCxnSpPr>
            <a:cxnSpLocks/>
            <a:stCxn id="7" idx="3"/>
            <a:endCxn id="4" idx="1"/>
          </p:cNvCxnSpPr>
          <p:nvPr/>
        </p:nvCxnSpPr>
        <p:spPr>
          <a:xfrm flipV="1">
            <a:off x="4933958" y="2913528"/>
            <a:ext cx="1070155" cy="279049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: Elbow 12">
            <a:extLst>
              <a:ext uri="{FF2B5EF4-FFF2-40B4-BE49-F238E27FC236}">
                <a16:creationId xmlns:a16="http://schemas.microsoft.com/office/drawing/2014/main" id="{68B1A2CE-F6D5-760B-5190-BB8AB642468A}"/>
              </a:ext>
            </a:extLst>
          </p:cNvPr>
          <p:cNvCxnSpPr>
            <a:cxnSpLocks/>
            <a:stCxn id="5" idx="3"/>
            <a:endCxn id="4" idx="1"/>
          </p:cNvCxnSpPr>
          <p:nvPr/>
        </p:nvCxnSpPr>
        <p:spPr>
          <a:xfrm flipV="1">
            <a:off x="4933959" y="2913528"/>
            <a:ext cx="1070154" cy="100628"/>
          </a:xfrm>
          <a:prstGeom prst="bentConnector3">
            <a:avLst>
              <a:gd name="adj1" fmla="val 50000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: Elbow 15">
            <a:extLst>
              <a:ext uri="{FF2B5EF4-FFF2-40B4-BE49-F238E27FC236}">
                <a16:creationId xmlns:a16="http://schemas.microsoft.com/office/drawing/2014/main" id="{CDA6E628-F114-5285-CB32-9E213655B587}"/>
              </a:ext>
            </a:extLst>
          </p:cNvPr>
          <p:cNvCxnSpPr>
            <a:cxnSpLocks/>
            <a:stCxn id="6" idx="1"/>
            <a:endCxn id="4" idx="3"/>
          </p:cNvCxnSpPr>
          <p:nvPr/>
        </p:nvCxnSpPr>
        <p:spPr>
          <a:xfrm rot="10800000">
            <a:off x="8397689" y="2913528"/>
            <a:ext cx="822514" cy="1945458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" name="Rectangle 20">
            <a:extLst>
              <a:ext uri="{FF2B5EF4-FFF2-40B4-BE49-F238E27FC236}">
                <a16:creationId xmlns:a16="http://schemas.microsoft.com/office/drawing/2014/main" id="{88BFAC08-C84A-3AEB-E760-3EA456716B1F}"/>
              </a:ext>
            </a:extLst>
          </p:cNvPr>
          <p:cNvSpPr/>
          <p:nvPr/>
        </p:nvSpPr>
        <p:spPr>
          <a:xfrm>
            <a:off x="394447" y="2267067"/>
            <a:ext cx="2160494" cy="1650624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Product_Sat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Product_Hub_Key</a:t>
            </a:r>
            <a:r>
              <a:rPr lang="en-US" sz="1600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Product_Name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Product_Type_Code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Audit_fields</a:t>
            </a:r>
            <a:r>
              <a:rPr lang="en-US" sz="1600" dirty="0">
                <a:solidFill>
                  <a:schemeClr val="tx1"/>
                </a:solidFill>
              </a:rPr>
              <a:t>…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909A5812-17D2-1103-8834-36CFD1C3C46B}"/>
              </a:ext>
            </a:extLst>
          </p:cNvPr>
          <p:cNvSpPr/>
          <p:nvPr/>
        </p:nvSpPr>
        <p:spPr>
          <a:xfrm>
            <a:off x="223930" y="4858986"/>
            <a:ext cx="1954315" cy="1671918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Policy_Sat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Policy_Hub_Key</a:t>
            </a:r>
            <a:r>
              <a:rPr lang="en-US" sz="1600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Policy_Name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Product_Type_Code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Audit fields…</a:t>
            </a:r>
          </a:p>
        </p:txBody>
      </p:sp>
      <p:sp>
        <p:nvSpPr>
          <p:cNvPr id="35" name="Rectangle 34">
            <a:extLst>
              <a:ext uri="{FF2B5EF4-FFF2-40B4-BE49-F238E27FC236}">
                <a16:creationId xmlns:a16="http://schemas.microsoft.com/office/drawing/2014/main" id="{6CA47A96-7C47-4035-8B31-D6EAD5F45A30}"/>
              </a:ext>
            </a:extLst>
          </p:cNvPr>
          <p:cNvSpPr/>
          <p:nvPr/>
        </p:nvSpPr>
        <p:spPr>
          <a:xfrm>
            <a:off x="9717744" y="207241"/>
            <a:ext cx="2303927" cy="270628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Customer_Sat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Customer_Hub_Key</a:t>
            </a:r>
            <a:r>
              <a:rPr lang="en-US" sz="1600" dirty="0">
                <a:solidFill>
                  <a:schemeClr val="tx1"/>
                </a:solidFill>
              </a:rPr>
              <a:t>(PK)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Customer_Name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Customer_Addr_1_Text</a:t>
            </a: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Customer_Addr_2_Text</a:t>
            </a: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Pin_Code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State_Name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Country_ISO_Code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Country_Name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Audit fields…</a:t>
            </a:r>
          </a:p>
        </p:txBody>
      </p:sp>
      <p:sp>
        <p:nvSpPr>
          <p:cNvPr id="53" name="Rectangle 52">
            <a:extLst>
              <a:ext uri="{FF2B5EF4-FFF2-40B4-BE49-F238E27FC236}">
                <a16:creationId xmlns:a16="http://schemas.microsoft.com/office/drawing/2014/main" id="{7F5935BE-76B9-5562-3A6D-0FE58A681150}"/>
              </a:ext>
            </a:extLst>
          </p:cNvPr>
          <p:cNvSpPr/>
          <p:nvPr/>
        </p:nvSpPr>
        <p:spPr>
          <a:xfrm>
            <a:off x="6004113" y="4531658"/>
            <a:ext cx="2393576" cy="2008327"/>
          </a:xfrm>
          <a:prstGeom prst="rect">
            <a:avLst/>
          </a:prstGeom>
          <a:solidFill>
            <a:schemeClr val="accent4">
              <a:lumMod val="60000"/>
              <a:lumOff val="4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 err="1">
                <a:solidFill>
                  <a:schemeClr val="tx1"/>
                </a:solidFill>
              </a:rPr>
              <a:t>Policy_details_Sat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Policy_details_Link_Key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Policy_Start_Date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 err="1">
                <a:solidFill>
                  <a:schemeClr val="tx1"/>
                </a:solidFill>
              </a:rPr>
              <a:t>Commission_Amount</a:t>
            </a:r>
            <a:br>
              <a:rPr lang="en-US" sz="1600" dirty="0">
                <a:solidFill>
                  <a:schemeClr val="tx1"/>
                </a:solidFill>
              </a:rPr>
            </a:br>
            <a:r>
              <a:rPr lang="en-US" sz="1600" dirty="0" err="1">
                <a:solidFill>
                  <a:schemeClr val="tx1"/>
                </a:solidFill>
              </a:rPr>
              <a:t>Premium_Amount</a:t>
            </a:r>
            <a:endParaRPr lang="en-US" sz="1600" dirty="0">
              <a:solidFill>
                <a:schemeClr val="tx1"/>
              </a:solidFill>
            </a:endParaRPr>
          </a:p>
          <a:p>
            <a:pPr algn="ctr"/>
            <a:r>
              <a:rPr lang="en-US" sz="1600" dirty="0">
                <a:solidFill>
                  <a:schemeClr val="tx1"/>
                </a:solidFill>
              </a:rPr>
              <a:t>Audit fields</a:t>
            </a:r>
          </a:p>
          <a:p>
            <a:pPr algn="ctr"/>
            <a:endParaRPr lang="en-US" sz="1600" dirty="0">
              <a:solidFill>
                <a:schemeClr val="tx1"/>
              </a:solidFill>
            </a:endParaRPr>
          </a:p>
        </p:txBody>
      </p:sp>
      <p:cxnSp>
        <p:nvCxnSpPr>
          <p:cNvPr id="55" name="Connector: Elbow 54">
            <a:extLst>
              <a:ext uri="{FF2B5EF4-FFF2-40B4-BE49-F238E27FC236}">
                <a16:creationId xmlns:a16="http://schemas.microsoft.com/office/drawing/2014/main" id="{C3243FF1-E8E8-19BD-4A68-0A548C223599}"/>
              </a:ext>
            </a:extLst>
          </p:cNvPr>
          <p:cNvCxnSpPr>
            <a:cxnSpLocks/>
            <a:stCxn id="21" idx="1"/>
            <a:endCxn id="5" idx="0"/>
          </p:cNvCxnSpPr>
          <p:nvPr/>
        </p:nvCxnSpPr>
        <p:spPr>
          <a:xfrm rot="10800000" flipH="1">
            <a:off x="394446" y="2282855"/>
            <a:ext cx="3459265" cy="809524"/>
          </a:xfrm>
          <a:prstGeom prst="bentConnector4">
            <a:avLst>
              <a:gd name="adj1" fmla="val -6608"/>
              <a:gd name="adj2" fmla="val 130189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7" name="Connector: Elbow 56">
            <a:extLst>
              <a:ext uri="{FF2B5EF4-FFF2-40B4-BE49-F238E27FC236}">
                <a16:creationId xmlns:a16="http://schemas.microsoft.com/office/drawing/2014/main" id="{46763B3A-BE70-3219-815D-692ED983F9A3}"/>
              </a:ext>
            </a:extLst>
          </p:cNvPr>
          <p:cNvCxnSpPr>
            <a:stCxn id="23" idx="3"/>
            <a:endCxn id="7" idx="1"/>
          </p:cNvCxnSpPr>
          <p:nvPr/>
        </p:nvCxnSpPr>
        <p:spPr>
          <a:xfrm>
            <a:off x="2178245" y="5694945"/>
            <a:ext cx="595219" cy="9081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59" name="Connector: Elbow 58">
            <a:extLst>
              <a:ext uri="{FF2B5EF4-FFF2-40B4-BE49-F238E27FC236}">
                <a16:creationId xmlns:a16="http://schemas.microsoft.com/office/drawing/2014/main" id="{F5629754-AF17-BF20-B304-350E51EC6522}"/>
              </a:ext>
            </a:extLst>
          </p:cNvPr>
          <p:cNvCxnSpPr>
            <a:stCxn id="4" idx="2"/>
            <a:endCxn id="53" idx="0"/>
          </p:cNvCxnSpPr>
          <p:nvPr/>
        </p:nvCxnSpPr>
        <p:spPr>
          <a:xfrm rot="5400000">
            <a:off x="6893918" y="4224674"/>
            <a:ext cx="613967" cy="12700"/>
          </a:xfrm>
          <a:prstGeom prst="bentConnector3">
            <a:avLst/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61" name="Connector: Elbow 60">
            <a:extLst>
              <a:ext uri="{FF2B5EF4-FFF2-40B4-BE49-F238E27FC236}">
                <a16:creationId xmlns:a16="http://schemas.microsoft.com/office/drawing/2014/main" id="{E857B6B9-34D4-C23D-E9C1-FF96398449B5}"/>
              </a:ext>
            </a:extLst>
          </p:cNvPr>
          <p:cNvCxnSpPr>
            <a:stCxn id="35" idx="1"/>
            <a:endCxn id="6" idx="0"/>
          </p:cNvCxnSpPr>
          <p:nvPr/>
        </p:nvCxnSpPr>
        <p:spPr>
          <a:xfrm rot="10800000" flipH="1" flipV="1">
            <a:off x="9717743" y="1560385"/>
            <a:ext cx="654423" cy="2621766"/>
          </a:xfrm>
          <a:prstGeom prst="bentConnector4">
            <a:avLst>
              <a:gd name="adj1" fmla="val -34932"/>
              <a:gd name="adj2" fmla="val 75806"/>
            </a:avLst>
          </a:prstGeom>
          <a:ln>
            <a:tailEnd type="triangle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07895810"/>
      </p:ext>
    </p:extLst>
  </p:cSld>
  <p:clrMapOvr>
    <a:masterClrMapping/>
  </p:clrMapOvr>
  <p:transition spd="slow">
    <p:push dir="u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71F3FB54-586F-55DE-32A1-9DE4EC7DB822}"/>
              </a:ext>
            </a:extLst>
          </p:cNvPr>
          <p:cNvSpPr txBox="1"/>
          <p:nvPr/>
        </p:nvSpPr>
        <p:spPr>
          <a:xfrm>
            <a:off x="838200" y="365125"/>
            <a:ext cx="9287350" cy="1325563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defTabSz="1087546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>
                <a:solidFill>
                  <a:srgbClr val="00008F"/>
                </a:solidFill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Dimensional Modeling vs Data Vault</a:t>
            </a:r>
          </a:p>
        </p:txBody>
      </p:sp>
      <p:sp>
        <p:nvSpPr>
          <p:cNvPr id="3" name="Rectangle: Rounded Corners 2">
            <a:extLst>
              <a:ext uri="{FF2B5EF4-FFF2-40B4-BE49-F238E27FC236}">
                <a16:creationId xmlns:a16="http://schemas.microsoft.com/office/drawing/2014/main" id="{645CDEA0-83C5-357E-2968-6AD1556D972C}"/>
              </a:ext>
            </a:extLst>
          </p:cNvPr>
          <p:cNvSpPr/>
          <p:nvPr/>
        </p:nvSpPr>
        <p:spPr>
          <a:xfrm>
            <a:off x="838201" y="1825625"/>
            <a:ext cx="5481918" cy="4351338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lIns="91440" tIns="45720" rIns="91440" bIns="45720" rtlCol="0">
            <a:normAutofit/>
          </a:bodyPr>
          <a:lstStyle/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b="1" u="sng" dirty="0">
                <a:solidFill>
                  <a:schemeClr val="tx1"/>
                </a:solidFill>
              </a:rPr>
              <a:t>Dimensional modeling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Deformalized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Simple and easy to understand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Fast performance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More focused toward data mart/visualization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Not as scalable</a:t>
            </a:r>
          </a:p>
          <a:p>
            <a:pPr marL="285750"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Data redundancy</a:t>
            </a:r>
          </a:p>
          <a:p>
            <a:pPr indent="-228600">
              <a:lnSpc>
                <a:spcPct val="90000"/>
              </a:lnSpc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Rectangle: Rounded Corners 3">
            <a:extLst>
              <a:ext uri="{FF2B5EF4-FFF2-40B4-BE49-F238E27FC236}">
                <a16:creationId xmlns:a16="http://schemas.microsoft.com/office/drawing/2014/main" id="{A4811F45-DD8A-01FC-B565-D7F0FBA3B6F0}"/>
              </a:ext>
            </a:extLst>
          </p:cNvPr>
          <p:cNvSpPr/>
          <p:nvPr/>
        </p:nvSpPr>
        <p:spPr>
          <a:xfrm>
            <a:off x="7306234" y="1721224"/>
            <a:ext cx="4554071" cy="4455739"/>
          </a:xfrm>
          <a:prstGeom prst="round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spcAft>
                <a:spcPts val="600"/>
              </a:spcAft>
            </a:pPr>
            <a:r>
              <a:rPr lang="en-US" b="1" u="sng" dirty="0">
                <a:solidFill>
                  <a:schemeClr val="tx1"/>
                </a:solidFill>
              </a:rPr>
              <a:t>Data Vault modeling</a:t>
            </a:r>
          </a:p>
          <a:p>
            <a:pPr algn="ctr">
              <a:spcAft>
                <a:spcPts val="600"/>
              </a:spcAft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Hybrid of 3NF and Dimensional modeling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Normalized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Scalable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More focused toward enterprise data, scalability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Parallel data load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endParaRPr lang="en-US" dirty="0">
              <a:solidFill>
                <a:schemeClr val="tx1"/>
              </a:solidFill>
            </a:endParaRP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High complexity</a:t>
            </a:r>
          </a:p>
          <a:p>
            <a:pPr marL="285750" indent="-285750">
              <a:spcAft>
                <a:spcPts val="600"/>
              </a:spcAft>
              <a:buFont typeface="Arial" panose="020B0604020202020204" pitchFamily="34" charset="0"/>
              <a:buChar char="•"/>
            </a:pPr>
            <a:r>
              <a:rPr lang="en-US" dirty="0">
                <a:solidFill>
                  <a:schemeClr val="tx1"/>
                </a:solidFill>
              </a:rPr>
              <a:t>Slow Query and performance</a:t>
            </a:r>
          </a:p>
          <a:p>
            <a:pPr algn="ctr">
              <a:spcAft>
                <a:spcPts val="600"/>
              </a:spcAft>
            </a:pPr>
            <a:endParaRPr lang="en-US" dirty="0">
              <a:solidFill>
                <a:schemeClr val="tx1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932190532"/>
      </p:ext>
    </p:extLst>
  </p:cSld>
  <p:clrMapOvr>
    <a:masterClrMapping/>
  </p:clrMapOvr>
  <p:transition spd="slow">
    <p:push dir="u"/>
  </p:transition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91C05F4B-4ABC-6952-9E4C-F8DB9EC172B4}"/>
              </a:ext>
            </a:extLst>
          </p:cNvPr>
          <p:cNvSpPr txBox="1"/>
          <p:nvPr/>
        </p:nvSpPr>
        <p:spPr>
          <a:xfrm>
            <a:off x="312000" y="274638"/>
            <a:ext cx="11760000" cy="470429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/>
          <a:p>
            <a:pPr defTabSz="1087546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200" kern="1200" dirty="0">
                <a:solidFill>
                  <a:srgbClr val="00008F"/>
                </a:solidFill>
                <a:latin typeface="+mn-lt"/>
                <a:ea typeface="+mj-ea"/>
                <a:cs typeface="Arial" pitchFamily="34" charset="0"/>
              </a:rPr>
              <a:t>Commonly used Key fields and their definition</a:t>
            </a:r>
          </a:p>
        </p:txBody>
      </p:sp>
      <p:sp>
        <p:nvSpPr>
          <p:cNvPr id="63" name="Date Placeholder 6">
            <a:extLst>
              <a:ext uri="{FF2B5EF4-FFF2-40B4-BE49-F238E27FC236}">
                <a16:creationId xmlns:a16="http://schemas.microsoft.com/office/drawing/2014/main" id="{52BD5BE5-BC1E-12A5-CF6E-FC4658CF4A6D}"/>
              </a:ext>
            </a:extLst>
          </p:cNvPr>
          <p:cNvSpPr>
            <a:spLocks noGrp="1"/>
          </p:cNvSpPr>
          <p:nvPr>
            <p:ph type="dt" sz="half" idx="10"/>
          </p:nvPr>
        </p:nvSpPr>
        <p:spPr>
          <a:xfrm>
            <a:off x="667005" y="6541947"/>
            <a:ext cx="2954020" cy="233363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noProof="0"/>
              <a:t>Title of the presentation l Date</a:t>
            </a:r>
          </a:p>
        </p:txBody>
      </p:sp>
      <p:sp>
        <p:nvSpPr>
          <p:cNvPr id="65" name="Footer Placeholder 7">
            <a:extLst>
              <a:ext uri="{FF2B5EF4-FFF2-40B4-BE49-F238E27FC236}">
                <a16:creationId xmlns:a16="http://schemas.microsoft.com/office/drawing/2014/main" id="{38AADB41-50BE-AD0C-9759-F1C812203A26}"/>
              </a:ext>
            </a:extLst>
          </p:cNvPr>
          <p:cNvSpPr>
            <a:spLocks noGrp="1"/>
          </p:cNvSpPr>
          <p:nvPr>
            <p:ph type="ftr" sz="quarter" idx="15"/>
          </p:nvPr>
        </p:nvSpPr>
        <p:spPr>
          <a:xfrm>
            <a:off x="4435943" y="6541947"/>
            <a:ext cx="3299883" cy="233363"/>
          </a:xfrm>
        </p:spPr>
        <p:txBody>
          <a:bodyPr/>
          <a:lstStyle/>
          <a:p>
            <a:pPr>
              <a:spcAft>
                <a:spcPts val="600"/>
              </a:spcAft>
            </a:pPr>
            <a:r>
              <a:rPr lang="en-US" noProof="0"/>
              <a:t>CONFIDENTIALITY LEVEL</a:t>
            </a:r>
          </a:p>
        </p:txBody>
      </p:sp>
      <p:graphicFrame>
        <p:nvGraphicFramePr>
          <p:cNvPr id="52" name="TextBox 2">
            <a:extLst>
              <a:ext uri="{FF2B5EF4-FFF2-40B4-BE49-F238E27FC236}">
                <a16:creationId xmlns:a16="http://schemas.microsoft.com/office/drawing/2014/main" id="{ABB15D46-0531-B626-00E3-44C407DF088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42131013"/>
              </p:ext>
            </p:extLst>
          </p:nvPr>
        </p:nvGraphicFramePr>
        <p:xfrm>
          <a:off x="312000" y="2352675"/>
          <a:ext cx="11760000" cy="333375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</p:spTree>
    <p:extLst>
      <p:ext uri="{BB962C8B-B14F-4D97-AF65-F5344CB8AC3E}">
        <p14:creationId xmlns:p14="http://schemas.microsoft.com/office/powerpoint/2010/main" val="2345381720"/>
      </p:ext>
    </p:extLst>
  </p:cSld>
  <p:clrMapOvr>
    <a:masterClrMapping/>
  </p:clrMapOvr>
  <p:transition spd="slow">
    <p:push dir="u"/>
  </p:transition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 descr="Databricks The Medallion Architecture - EndToEndData - Medium">
            <a:extLst>
              <a:ext uri="{FF2B5EF4-FFF2-40B4-BE49-F238E27FC236}">
                <a16:creationId xmlns:a16="http://schemas.microsoft.com/office/drawing/2014/main" id="{250C5B36-CCE6-D6C5-783C-21EA21F0DE3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 bwMode="auto">
          <a:xfrm>
            <a:off x="1655003" y="1664507"/>
            <a:ext cx="8845484" cy="4555424"/>
          </a:xfrm>
          <a:prstGeom prst="rect">
            <a:avLst/>
          </a:prstGeom>
          <a:solidFill>
            <a:srgbClr val="FFFFFF"/>
          </a:solidFill>
        </p:spPr>
      </p:pic>
      <p:sp>
        <p:nvSpPr>
          <p:cNvPr id="2" name="TextBox 1">
            <a:extLst>
              <a:ext uri="{FF2B5EF4-FFF2-40B4-BE49-F238E27FC236}">
                <a16:creationId xmlns:a16="http://schemas.microsoft.com/office/drawing/2014/main" id="{9D99BFA8-FCEB-EF57-4A5D-B32E2E04FC99}"/>
              </a:ext>
            </a:extLst>
          </p:cNvPr>
          <p:cNvSpPr txBox="1"/>
          <p:nvPr/>
        </p:nvSpPr>
        <p:spPr>
          <a:xfrm>
            <a:off x="587375" y="393192"/>
            <a:ext cx="10980739" cy="547200"/>
          </a:xfr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defTabSz="1087546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>
                <a:solidFill>
                  <a:srgbClr val="00008F"/>
                </a:solidFill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Data architecture</a:t>
            </a:r>
          </a:p>
        </p:txBody>
      </p:sp>
      <p:sp>
        <p:nvSpPr>
          <p:cNvPr id="1031" name="Text Placeholder 3">
            <a:extLst>
              <a:ext uri="{FF2B5EF4-FFF2-40B4-BE49-F238E27FC236}">
                <a16:creationId xmlns:a16="http://schemas.microsoft.com/office/drawing/2014/main" id="{FE17506D-A2C2-A832-A89B-1F421A9427A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587375" y="1021313"/>
            <a:ext cx="10980739" cy="456564"/>
          </a:xfrm>
        </p:spPr>
        <p:txBody>
          <a:bodyPr/>
          <a:lstStyle/>
          <a:p>
            <a:r>
              <a:rPr lang="en-US" b="1" dirty="0" err="1">
                <a:solidFill>
                  <a:schemeClr val="bg2"/>
                </a:solidFill>
              </a:rPr>
              <a:t>Medallian</a:t>
            </a:r>
            <a:r>
              <a:rPr lang="en-US" b="1" dirty="0">
                <a:solidFill>
                  <a:schemeClr val="bg2"/>
                </a:solidFill>
              </a:rPr>
              <a:t> architecture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72300453"/>
      </p:ext>
    </p:extLst>
  </p:cSld>
  <p:clrMapOvr>
    <a:masterClrMapping/>
  </p:clrMapOvr>
  <p:transition spd="slow">
    <p:push dir="u"/>
  </p:transition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5B1E98C0-55FD-69F1-88E7-36EA60B2FB62}"/>
              </a:ext>
            </a:extLst>
          </p:cNvPr>
          <p:cNvSpPr txBox="1"/>
          <p:nvPr/>
        </p:nvSpPr>
        <p:spPr>
          <a:xfrm>
            <a:off x="681318" y="842682"/>
            <a:ext cx="9888070" cy="461665"/>
          </a:xfrm>
          <a:prstGeom prst="rect">
            <a:avLst/>
          </a:prstGeom>
        </p:spPr>
        <p:txBody>
          <a:bodyPr vert="horz" lIns="0" tIns="0" rIns="0" bIns="0" rtlCol="0" anchor="ctr">
            <a:normAutofit/>
          </a:bodyPr>
          <a:lstStyle>
            <a:defPPr>
              <a:defRPr lang="en-US"/>
            </a:defPPr>
            <a:lvl1pPr defTabSz="1087546" eaLnBrk="0" fontAlgn="base" hangingPunc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  <a:defRPr sz="3200">
                <a:solidFill>
                  <a:srgbClr val="00008F"/>
                </a:solidFill>
                <a:ea typeface="+mj-ea"/>
                <a:cs typeface="Arial" pitchFamily="34" charset="0"/>
              </a:defRPr>
            </a:lvl1pPr>
          </a:lstStyle>
          <a:p>
            <a:r>
              <a:rPr lang="en-US" dirty="0"/>
              <a:t>At which layer modeling required?</a:t>
            </a:r>
          </a:p>
        </p:txBody>
      </p:sp>
      <p:sp>
        <p:nvSpPr>
          <p:cNvPr id="3" name="Flowchart: Multidocument 2">
            <a:extLst>
              <a:ext uri="{FF2B5EF4-FFF2-40B4-BE49-F238E27FC236}">
                <a16:creationId xmlns:a16="http://schemas.microsoft.com/office/drawing/2014/main" id="{9E368CB0-2C45-DAFE-83B0-F881E010A7A5}"/>
              </a:ext>
            </a:extLst>
          </p:cNvPr>
          <p:cNvSpPr/>
          <p:nvPr/>
        </p:nvSpPr>
        <p:spPr>
          <a:xfrm>
            <a:off x="968187" y="2398060"/>
            <a:ext cx="672353" cy="914400"/>
          </a:xfrm>
          <a:prstGeom prst="flowChartMulti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src1</a:t>
            </a:r>
          </a:p>
        </p:txBody>
      </p:sp>
      <p:sp>
        <p:nvSpPr>
          <p:cNvPr id="4" name="Flowchart: Document 3">
            <a:extLst>
              <a:ext uri="{FF2B5EF4-FFF2-40B4-BE49-F238E27FC236}">
                <a16:creationId xmlns:a16="http://schemas.microsoft.com/office/drawing/2014/main" id="{BB211399-A2FC-0C1D-CA99-C752BD192792}"/>
              </a:ext>
            </a:extLst>
          </p:cNvPr>
          <p:cNvSpPr/>
          <p:nvPr/>
        </p:nvSpPr>
        <p:spPr>
          <a:xfrm>
            <a:off x="968187" y="3926541"/>
            <a:ext cx="591670" cy="762000"/>
          </a:xfrm>
          <a:prstGeom prst="flowChartDocumen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src2</a:t>
            </a:r>
          </a:p>
        </p:txBody>
      </p:sp>
      <p:sp>
        <p:nvSpPr>
          <p:cNvPr id="5" name="Flowchart: Magnetic Disk 4">
            <a:extLst>
              <a:ext uri="{FF2B5EF4-FFF2-40B4-BE49-F238E27FC236}">
                <a16:creationId xmlns:a16="http://schemas.microsoft.com/office/drawing/2014/main" id="{587AF242-DB88-FDCA-4985-B83EE4B4B654}"/>
              </a:ext>
            </a:extLst>
          </p:cNvPr>
          <p:cNvSpPr/>
          <p:nvPr/>
        </p:nvSpPr>
        <p:spPr>
          <a:xfrm>
            <a:off x="968187" y="5302622"/>
            <a:ext cx="591670" cy="663389"/>
          </a:xfrm>
          <a:prstGeom prst="flowChartMagneticDisk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src3</a:t>
            </a:r>
          </a:p>
        </p:txBody>
      </p:sp>
      <p:sp>
        <p:nvSpPr>
          <p:cNvPr id="6" name="Rectangle 5">
            <a:extLst>
              <a:ext uri="{FF2B5EF4-FFF2-40B4-BE49-F238E27FC236}">
                <a16:creationId xmlns:a16="http://schemas.microsoft.com/office/drawing/2014/main" id="{8C13907C-8671-5C3F-486B-C3396575849C}"/>
              </a:ext>
            </a:extLst>
          </p:cNvPr>
          <p:cNvSpPr/>
          <p:nvPr/>
        </p:nvSpPr>
        <p:spPr>
          <a:xfrm>
            <a:off x="3236257" y="2991965"/>
            <a:ext cx="1407459" cy="2321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Bronze Layer</a:t>
            </a: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AB93763D-1925-4D38-F21D-80B312E223E0}"/>
              </a:ext>
            </a:extLst>
          </p:cNvPr>
          <p:cNvSpPr/>
          <p:nvPr/>
        </p:nvSpPr>
        <p:spPr>
          <a:xfrm>
            <a:off x="5948081" y="2991965"/>
            <a:ext cx="1407459" cy="2321859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Silver Layer</a:t>
            </a: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3047CBB3-50AB-8958-2F6D-75BC98A5BE76}"/>
              </a:ext>
            </a:extLst>
          </p:cNvPr>
          <p:cNvSpPr/>
          <p:nvPr/>
        </p:nvSpPr>
        <p:spPr>
          <a:xfrm>
            <a:off x="8659905" y="2930997"/>
            <a:ext cx="1407459" cy="6858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600" dirty="0"/>
              <a:t>Gold layer</a:t>
            </a:r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51DC511C-3C8F-7CD1-C9EE-E0D542AE1571}"/>
              </a:ext>
            </a:extLst>
          </p:cNvPr>
          <p:cNvSpPr/>
          <p:nvPr/>
        </p:nvSpPr>
        <p:spPr>
          <a:xfrm>
            <a:off x="8659905" y="3760228"/>
            <a:ext cx="1407459" cy="6858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42F73A92-77E0-46E9-6196-E24864320B2A}"/>
              </a:ext>
            </a:extLst>
          </p:cNvPr>
          <p:cNvSpPr/>
          <p:nvPr/>
        </p:nvSpPr>
        <p:spPr>
          <a:xfrm>
            <a:off x="8659905" y="4688541"/>
            <a:ext cx="1407459" cy="685804"/>
          </a:xfrm>
          <a:prstGeom prst="rect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1600"/>
          </a:p>
        </p:txBody>
      </p:sp>
      <p:sp>
        <p:nvSpPr>
          <p:cNvPr id="12" name="Frame 11">
            <a:extLst>
              <a:ext uri="{FF2B5EF4-FFF2-40B4-BE49-F238E27FC236}">
                <a16:creationId xmlns:a16="http://schemas.microsoft.com/office/drawing/2014/main" id="{250039BD-6F90-78B0-5099-C599DD7AC4C8}"/>
              </a:ext>
            </a:extLst>
          </p:cNvPr>
          <p:cNvSpPr/>
          <p:nvPr/>
        </p:nvSpPr>
        <p:spPr>
          <a:xfrm>
            <a:off x="10600763" y="2930997"/>
            <a:ext cx="1541931" cy="685804"/>
          </a:xfrm>
          <a:prstGeom prst="frame">
            <a:avLst/>
          </a:prstGeom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sz="1400" dirty="0" err="1">
                <a:solidFill>
                  <a:schemeClr val="tx1"/>
                </a:solidFill>
              </a:rPr>
              <a:t>Visualisation</a:t>
            </a:r>
            <a:r>
              <a:rPr lang="en-US" sz="1400" dirty="0">
                <a:solidFill>
                  <a:schemeClr val="tx1"/>
                </a:solidFill>
              </a:rPr>
              <a:t> layer</a:t>
            </a:r>
          </a:p>
        </p:txBody>
      </p:sp>
      <p:sp>
        <p:nvSpPr>
          <p:cNvPr id="11" name="Arrow: Right 10">
            <a:extLst>
              <a:ext uri="{FF2B5EF4-FFF2-40B4-BE49-F238E27FC236}">
                <a16:creationId xmlns:a16="http://schemas.microsoft.com/office/drawing/2014/main" id="{AEE57AA2-347D-B515-B3C5-724C413C8E7D}"/>
              </a:ext>
            </a:extLst>
          </p:cNvPr>
          <p:cNvSpPr/>
          <p:nvPr/>
        </p:nvSpPr>
        <p:spPr>
          <a:xfrm>
            <a:off x="2026024" y="3312460"/>
            <a:ext cx="918881" cy="1990162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3" name="Arrow: Right 12">
            <a:extLst>
              <a:ext uri="{FF2B5EF4-FFF2-40B4-BE49-F238E27FC236}">
                <a16:creationId xmlns:a16="http://schemas.microsoft.com/office/drawing/2014/main" id="{8C5C681D-63A4-D2B5-5D20-EB1287A6E967}"/>
              </a:ext>
            </a:extLst>
          </p:cNvPr>
          <p:cNvSpPr/>
          <p:nvPr/>
        </p:nvSpPr>
        <p:spPr>
          <a:xfrm>
            <a:off x="4840942" y="3273899"/>
            <a:ext cx="918881" cy="1990162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4" name="Arrow: Right 13">
            <a:extLst>
              <a:ext uri="{FF2B5EF4-FFF2-40B4-BE49-F238E27FC236}">
                <a16:creationId xmlns:a16="http://schemas.microsoft.com/office/drawing/2014/main" id="{A434A288-1706-3D28-3806-A8F5589802FA}"/>
              </a:ext>
            </a:extLst>
          </p:cNvPr>
          <p:cNvSpPr/>
          <p:nvPr/>
        </p:nvSpPr>
        <p:spPr>
          <a:xfrm>
            <a:off x="7552766" y="3157813"/>
            <a:ext cx="918881" cy="1990162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  <p:sp>
        <p:nvSpPr>
          <p:cNvPr id="15" name="Arrow: Right 14">
            <a:extLst>
              <a:ext uri="{FF2B5EF4-FFF2-40B4-BE49-F238E27FC236}">
                <a16:creationId xmlns:a16="http://schemas.microsoft.com/office/drawing/2014/main" id="{DE7A8BA3-F896-4E93-D5B1-0BCE9845325E}"/>
              </a:ext>
            </a:extLst>
          </p:cNvPr>
          <p:cNvSpPr/>
          <p:nvPr/>
        </p:nvSpPr>
        <p:spPr>
          <a:xfrm>
            <a:off x="10103222" y="3150190"/>
            <a:ext cx="497541" cy="306588"/>
          </a:xfrm>
          <a:prstGeom prst="rightArrow">
            <a:avLst/>
          </a:prstGeom>
          <a:solidFill>
            <a:schemeClr val="accent2">
              <a:lumMod val="20000"/>
              <a:lumOff val="80000"/>
            </a:schemeClr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GB"/>
          </a:p>
        </p:txBody>
      </p:sp>
    </p:spTree>
    <p:extLst>
      <p:ext uri="{BB962C8B-B14F-4D97-AF65-F5344CB8AC3E}">
        <p14:creationId xmlns:p14="http://schemas.microsoft.com/office/powerpoint/2010/main" val="1929329625"/>
      </p:ext>
    </p:extLst>
  </p:cSld>
  <p:clrMapOvr>
    <a:masterClrMapping/>
  </p:clrMapOvr>
  <p:transition spd="slow">
    <p:push dir="u"/>
  </p:transition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D6DDBBDD-5FBD-DF4A-6D6B-1F60150AB92F}"/>
              </a:ext>
            </a:extLst>
          </p:cNvPr>
          <p:cNvSpPr txBox="1"/>
          <p:nvPr/>
        </p:nvSpPr>
        <p:spPr>
          <a:xfrm>
            <a:off x="640080" y="2074363"/>
            <a:ext cx="2752354" cy="2709275"/>
          </a:xfrm>
          <a:prstGeom prst="ellipse">
            <a:avLst/>
          </a:prstGeom>
          <a:solidFill>
            <a:srgbClr val="262626"/>
          </a:solidFill>
          <a:ln w="174625" cmpd="thinThick">
            <a:solidFill>
              <a:srgbClr val="262626"/>
            </a:solidFill>
          </a:ln>
        </p:spPr>
        <p:txBody>
          <a:bodyPr vert="horz" lIns="91440" tIns="45720" rIns="91440" bIns="45720" rtlCol="0" anchor="ctr">
            <a:normAutofit/>
          </a:bodyPr>
          <a:lstStyle/>
          <a:p>
            <a:pPr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2600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Q&amp;A</a:t>
            </a:r>
          </a:p>
        </p:txBody>
      </p:sp>
      <p:pic>
        <p:nvPicPr>
          <p:cNvPr id="6" name="Graphic 5" descr="Questions">
            <a:extLst>
              <a:ext uri="{FF2B5EF4-FFF2-40B4-BE49-F238E27FC236}">
                <a16:creationId xmlns:a16="http://schemas.microsoft.com/office/drawing/2014/main" id="{B520F6A4-D0D4-D74D-049C-0F9773F5931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67206" y="961812"/>
            <a:ext cx="4930987" cy="493098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63650002"/>
      </p:ext>
    </p:ext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withEffect">
                                  <p:stCondLst>
                                    <p:cond delay="500"/>
                                  </p:stCondLst>
                                  <p:iterate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7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2227362-6203-B181-5F3A-97B7F769E8F4}"/>
              </a:ext>
            </a:extLst>
          </p:cNvPr>
          <p:cNvSpPr>
            <a:spLocks noGrp="1"/>
          </p:cNvSpPr>
          <p:nvPr>
            <p:ph sz="quarter" idx="11"/>
          </p:nvPr>
        </p:nvSpPr>
        <p:spPr/>
        <p:txBody>
          <a:bodyPr/>
          <a:lstStyle/>
          <a:p>
            <a:r>
              <a:rPr lang="en-US"/>
              <a:t>Thank You</a:t>
            </a:r>
          </a:p>
        </p:txBody>
      </p:sp>
    </p:spTree>
    <p:extLst>
      <p:ext uri="{BB962C8B-B14F-4D97-AF65-F5344CB8AC3E}">
        <p14:creationId xmlns:p14="http://schemas.microsoft.com/office/powerpoint/2010/main" val="1042421550"/>
      </p:ext>
    </p:extLst>
  </p:cSld>
  <p:clrMapOvr>
    <a:masterClrMapping/>
  </p:clrMapOvr>
  <p:transition spd="slow">
    <p:push dir="u"/>
  </p:transition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ARTICULATE_SLIDE_THUMBNAIL_REFRESH" val="1"/>
</p:tagLst>
</file>

<file path=ppt/tags/tag2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THINKCELLSHAPEDONOTDELETE" val="thinkcellActiveDocDoNotDelete"/>
</p:tagLst>
</file>

<file path=ppt/theme/theme1.xml><?xml version="1.0" encoding="utf-8"?>
<a:theme xmlns:a="http://schemas.openxmlformats.org/drawingml/2006/main" name="1_Axa">
  <a:themeElements>
    <a:clrScheme name="AXA Charte PPT">
      <a:dk1>
        <a:sysClr val="windowText" lastClr="000000"/>
      </a:dk1>
      <a:lt1>
        <a:sysClr val="window" lastClr="FFFFFF"/>
      </a:lt1>
      <a:dk2>
        <a:srgbClr val="00008F"/>
      </a:dk2>
      <a:lt2>
        <a:srgbClr val="FCD385"/>
      </a:lt2>
      <a:accent1>
        <a:srgbClr val="027180"/>
      </a:accent1>
      <a:accent2>
        <a:srgbClr val="E196AA"/>
      </a:accent2>
      <a:accent3>
        <a:srgbClr val="00AEC6"/>
      </a:accent3>
      <a:accent4>
        <a:srgbClr val="914146"/>
      </a:accent4>
      <a:accent5>
        <a:srgbClr val="343C3D"/>
      </a:accent5>
      <a:accent6>
        <a:srgbClr val="B5D0EE"/>
      </a:accent6>
      <a:hlink>
        <a:srgbClr val="00008F"/>
      </a:hlink>
      <a:folHlink>
        <a:srgbClr val="BFBFBF"/>
      </a:folHlink>
    </a:clrScheme>
    <a:fontScheme name="charte PPT Axa">
      <a:majorFont>
        <a:latin typeface="Source Sans Pro"/>
        <a:ea typeface=""/>
        <a:cs typeface=""/>
      </a:majorFont>
      <a:minorFont>
        <a:latin typeface="Source Sans Pro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txDef>
      <a:spPr bwMode="auto">
        <a:noFill/>
        <a:ln>
          <a:noFill/>
        </a:ln>
        <a:extLst>
          <a:ext uri="{909E8E84-426E-40DD-AFC4-6F175D3DCCD1}">
            <a14:hiddenFill xmlns:a14="http://schemas.microsoft.com/office/drawing/2010/main">
              <a:solidFill>
                <a:srgbClr val="FFFFFF"/>
              </a:solidFill>
            </a14:hiddenFill>
          </a:ext>
          <a:ext uri="{91240B29-F687-4F45-9708-019B960494DF}">
            <a14:hiddenLine xmlns:a14="http://schemas.microsoft.com/office/drawing/2010/main" w="9525">
              <a:solidFill>
                <a:srgbClr val="000000"/>
              </a:solidFill>
              <a:miter lim="800000"/>
              <a:headEnd/>
              <a:tailEnd/>
            </a14:hiddenLine>
          </a:ext>
        </a:extLst>
      </a:spPr>
      <a:bodyPr wrap="none" lIns="0" tIns="0" rIns="0" bIns="0" rtlCol="0" anchor="b">
        <a:spAutoFit/>
      </a:bodyPr>
      <a:lstStyle>
        <a:defPPr eaLnBrk="1" hangingPunct="1">
          <a:defRPr sz="1600" dirty="0" err="1" smtClean="0">
            <a:solidFill>
              <a:srgbClr val="404040"/>
            </a:solidFill>
            <a:latin typeface="+mj-lt"/>
            <a:cs typeface="Arial" pitchFamily="34" charset="0"/>
          </a:defRPr>
        </a:defPPr>
      </a:lstStyle>
    </a:tx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79F111ED35F8CC479449609E8A0923A6" ma:contentTypeVersion="28" ma:contentTypeDescription="Create a new document." ma:contentTypeScope="" ma:versionID="60f5a4f2d2b0abadcf532d48ebf9cb71">
  <xsd:schema xmlns:xsd="http://www.w3.org/2001/XMLSchema" xmlns:xs="http://www.w3.org/2001/XMLSchema" xmlns:p="http://schemas.microsoft.com/office/2006/metadata/properties" xmlns:ns1="http://schemas.microsoft.com/sharepoint/v3" xmlns:ns2="71af3243-3dd4-4a8d-8c0d-dd76da1f02a5" xmlns:ns3="16c05727-aa75-4e4a-9b5f-8a80a1165891" xmlns:ns4="230e9df3-be65-4c73-a93b-d1236ebd677e" targetNamespace="http://schemas.microsoft.com/office/2006/metadata/properties" ma:root="true" ma:fieldsID="7dd78129e6a1811f84807ad11c651531" ns1:_="" ns2:_="" ns3:_="" ns4:_="">
    <xsd:import namespace="http://schemas.microsoft.com/sharepoint/v3"/>
    <xsd:import namespace="71af3243-3dd4-4a8d-8c0d-dd76da1f02a5"/>
    <xsd:import namespace="16c05727-aa75-4e4a-9b5f-8a80a1165891"/>
    <xsd:import namespace="230e9df3-be65-4c73-a93b-d1236ebd677e"/>
    <xsd:element name="properties">
      <xsd:complexType>
        <xsd:sequence>
          <xsd:element name="documentManagement">
            <xsd:complexType>
              <xsd:all>
                <xsd:element ref="ns2:Status" minOccurs="0"/>
                <xsd:element ref="ns2:Image" minOccurs="0"/>
                <xsd:element ref="ns2:MediaServiceMetadata" minOccurs="0"/>
                <xsd:element ref="ns2:MediaServiceFastMetadata" minOccurs="0"/>
                <xsd:element ref="ns2:MediaServiceOCR" minOccurs="0"/>
                <xsd:element ref="ns2:MediaServiceAutoTags" minOccurs="0"/>
                <xsd:element ref="ns2:MediaServiceEventHashCode" minOccurs="0"/>
                <xsd:element ref="ns2:MediaServiceGenerationTime" minOccurs="0"/>
                <xsd:element ref="ns3:SharedWithUsers" minOccurs="0"/>
                <xsd:element ref="ns3:SharedWithDetails" minOccurs="0"/>
                <xsd:element ref="ns2:MediaServiceAutoKeyPoints" minOccurs="0"/>
                <xsd:element ref="ns2:MediaServiceKeyPoints" minOccurs="0"/>
                <xsd:element ref="ns2:MediaServiceDateTaken" minOccurs="0"/>
                <xsd:element ref="ns1:_ip_UnifiedCompliancePolicyProperties" minOccurs="0"/>
                <xsd:element ref="ns1:_ip_UnifiedCompliancePolicyUIAction" minOccurs="0"/>
                <xsd:element ref="ns4:TaxCatchAll" minOccurs="0"/>
                <xsd:element ref="ns2:ImageTagsTaxHTField" minOccurs="0"/>
                <xsd:element ref="ns2:MediaServiceLocation" minOccurs="0"/>
                <xsd:element ref="ns2:MediaLengthInSeconds" minOccurs="0"/>
                <xsd:element ref="ns2:Background" minOccurs="0"/>
                <xsd:element ref="ns2:MediaServiceSearchProperties" minOccurs="0"/>
                <xsd:element ref="ns2:MediaServiceDocTags" minOccurs="0"/>
                <xsd:element ref="ns2:MediaServiceObjectDetectorVersions" minOccurs="0"/>
                <xsd:element ref="ns2:MediaServiceSystemTag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http://schemas.microsoft.com/sharepoint/v3" elementFormDefault="qualified">
    <xsd:import namespace="http://schemas.microsoft.com/office/2006/documentManagement/types"/>
    <xsd:import namespace="http://schemas.microsoft.com/office/infopath/2007/PartnerControls"/>
    <xsd:element name="_ip_UnifiedCompliancePolicyProperties" ma:index="20" nillable="true" ma:displayName="Unified Compliance Policy Properties" ma:hidden="true" ma:internalName="_ip_UnifiedCompliancePolicyProperties" ma:readOnly="false">
      <xsd:simpleType>
        <xsd:restriction base="dms:Note"/>
      </xsd:simpleType>
    </xsd:element>
    <xsd:element name="_ip_UnifiedCompliancePolicyUIAction" ma:index="21" nillable="true" ma:displayName="Unified Compliance Policy UI Action" ma:hidden="true" ma:internalName="_ip_UnifiedCompliancePolicyUIAction" ma:readOnly="fals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71af3243-3dd4-4a8d-8c0d-dd76da1f02a5" elementFormDefault="qualified">
    <xsd:import namespace="http://schemas.microsoft.com/office/2006/documentManagement/types"/>
    <xsd:import namespace="http://schemas.microsoft.com/office/infopath/2007/PartnerControls"/>
    <xsd:element name="Status" ma:index="2" nillable="true" ma:displayName="Status" ma:default="Not started" ma:format="Dropdown" ma:internalName="Status" ma:readOnly="false">
      <xsd:simpleType>
        <xsd:restriction base="dms:Choice">
          <xsd:enumeration value="Not started"/>
          <xsd:enumeration value="In Progress"/>
          <xsd:enumeration value="Completed"/>
        </xsd:restriction>
      </xsd:simpleType>
    </xsd:element>
    <xsd:element name="Image" ma:index="3" nillable="true" ma:displayName="Image" ma:format="Image" ma:internalName="Image" ma:readOnly="fals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OCR" ma:index="10" nillable="true" ma:displayName="MediaServiceOCR" ma:hidden="true" ma:internalName="MediaServiceOCR" ma:readOnly="true">
      <xsd:simpleType>
        <xsd:restriction base="dms:Note"/>
      </xsd:simpleType>
    </xsd:element>
    <xsd:element name="MediaServiceAutoTags" ma:index="11" nillable="true" ma:displayName="MediaServiceAutoTags" ma:hidden="true" ma:internalName="MediaServiceAutoTags" ma:readOnly="true">
      <xsd:simpleType>
        <xsd:restriction base="dms:Text"/>
      </xsd:simpleType>
    </xsd:element>
    <xsd:element name="MediaServiceEventHashCode" ma:index="12" nillable="true" ma:displayName="MediaServiceEventHashCode" ma:hidden="true" ma:internalName="MediaServiceEventHashCode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AutoKeyPoints" ma:index="16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7" nillable="true" ma:displayName="KeyPoints" ma:hidden="true" ma:internalName="MediaServiceKeyPoints" ma:readOnly="false">
      <xsd:simpleType>
        <xsd:restriction base="dms:Note"/>
      </xsd:simpleType>
    </xsd:element>
    <xsd:element name="MediaServiceDateTaken" ma:index="18" nillable="true" ma:displayName="MediaServiceDateTaken" ma:hidden="true" ma:internalName="MediaServiceDateTaken" ma:readOnly="true">
      <xsd:simpleType>
        <xsd:restriction base="dms:Text"/>
      </xsd:simpleType>
    </xsd:element>
    <xsd:element name="ImageTagsTaxHTField" ma:index="25" nillable="true" ma:taxonomy="true" ma:internalName="ImageTagsTaxHTField" ma:taxonomyFieldName="MediaServiceImageTags" ma:displayName="Image Tags" ma:readOnly="false" ma:fieldId="{5cf76f15-5ced-4ddc-b409-7134ff3c332f}" ma:taxonomyMulti="true" ma:sspId="e385fb40-52d4-4fae-9c5b-3e8ff8a5878e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Location" ma:index="26" nillable="true" ma:displayName="Location" ma:hidden="true" ma:internalName="MediaServiceLocation" ma:readOnly="true">
      <xsd:simpleType>
        <xsd:restriction base="dms:Text"/>
      </xsd:simpleType>
    </xsd:element>
    <xsd:element name="MediaLengthInSeconds" ma:index="27" nillable="true" ma:displayName="MediaLengthInSeconds" ma:hidden="true" ma:internalName="MediaLengthInSeconds" ma:readOnly="true">
      <xsd:simpleType>
        <xsd:restriction base="dms:Unknown"/>
      </xsd:simpleType>
    </xsd:element>
    <xsd:element name="Background" ma:index="28" nillable="true" ma:displayName="Background" ma:default="0" ma:format="Dropdown" ma:internalName="Background">
      <xsd:simpleType>
        <xsd:restriction base="dms:Boolean"/>
      </xsd:simpleType>
    </xsd:element>
    <xsd:element name="MediaServiceSearchProperties" ma:index="29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ocTags" ma:index="30" nillable="true" ma:displayName="MediaServiceDocTags" ma:hidden="true" ma:internalName="MediaServiceDocTags" ma:readOnly="true">
      <xsd:simpleType>
        <xsd:restriction base="dms:Note"/>
      </xsd:simpleType>
    </xsd:element>
    <xsd:element name="MediaServiceObjectDetectorVersions" ma:index="31" nillable="true" ma:displayName="MediaServiceObjectDetectorVersions" ma:description="" ma:hidden="true" ma:indexed="true" ma:internalName="MediaServiceObjectDetectorVersions" ma:readOnly="true">
      <xsd:simpleType>
        <xsd:restriction base="dms:Text"/>
      </xsd:simpleType>
    </xsd:element>
    <xsd:element name="MediaServiceSystemTags" ma:index="32" nillable="true" ma:displayName="MediaServiceSystemTags" ma:hidden="true" ma:internalName="MediaServiceSystemTag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6c05727-aa75-4e4a-9b5f-8a80a1165891" elementFormDefault="qualified">
    <xsd:import namespace="http://schemas.microsoft.com/office/2006/documentManagement/types"/>
    <xsd:import namespace="http://schemas.microsoft.com/office/infopath/2007/PartnerControls"/>
    <xsd:element name="SharedWithUsers" ma:index="14" nillable="true" ma:displayName="Shared With" ma:hidden="true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15" nillable="true" ma:displayName="Shared With Details" ma:hidden="true" ma:internalName="SharedWithDetails" ma:readOnly="true">
      <xsd:simpleType>
        <xsd:restriction base="dms:Not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30e9df3-be65-4c73-a93b-d1236ebd677e" elementFormDefault="qualified">
    <xsd:import namespace="http://schemas.microsoft.com/office/2006/documentManagement/types"/>
    <xsd:import namespace="http://schemas.microsoft.com/office/infopath/2007/PartnerControls"/>
    <xsd:element name="TaxCatchAll" ma:index="23" nillable="true" ma:displayName="Taxonomy Catch All Column" ma:hidden="true" ma:list="{3f6bfcbc-3db3-4ae6-bd76-326f0798ad28}" ma:internalName="TaxCatchAll" ma:readOnly="false" ma:showField="CatchAllData" ma:web="16c05727-aa75-4e4a-9b5f-8a80a1165891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displayName="Content Type"/>
        <xsd:element ref="dc:title" minOccurs="0" maxOccurs="1" ma:index="1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Background xmlns="71af3243-3dd4-4a8d-8c0d-dd76da1f02a5">false</Background>
    <Status xmlns="71af3243-3dd4-4a8d-8c0d-dd76da1f02a5">Not started</Status>
    <_ip_UnifiedCompliancePolicyUIAction xmlns="http://schemas.microsoft.com/sharepoint/v3" xsi:nil="true"/>
    <Image xmlns="71af3243-3dd4-4a8d-8c0d-dd76da1f02a5">
      <Url xsi:nil="true"/>
      <Description xsi:nil="true"/>
    </Image>
    <_ip_UnifiedCompliancePolicyProperties xmlns="http://schemas.microsoft.com/sharepoint/v3" xsi:nil="true"/>
    <ImageTagsTaxHTField xmlns="71af3243-3dd4-4a8d-8c0d-dd76da1f02a5">
      <Terms xmlns="http://schemas.microsoft.com/office/infopath/2007/PartnerControls"/>
    </ImageTagsTaxHTField>
    <TaxCatchAll xmlns="230e9df3-be65-4c73-a93b-d1236ebd677e" xsi:nil="true"/>
    <MediaServiceKeyPoints xmlns="71af3243-3dd4-4a8d-8c0d-dd76da1f02a5" xsi:nil="true"/>
  </documentManagement>
</p:properties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92DB9E12-8AC3-4138-BF4D-720A5525AB10}">
  <ds:schemaRefs>
    <ds:schemaRef ds:uri="16c05727-aa75-4e4a-9b5f-8a80a1165891"/>
    <ds:schemaRef ds:uri="230e9df3-be65-4c73-a93b-d1236ebd677e"/>
    <ds:schemaRef ds:uri="71af3243-3dd4-4a8d-8c0d-dd76da1f02a5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microsoft.com/sharepoint/v3"/>
    <ds:schemaRef ds:uri="http://schemas.openxmlformats.org/package/2006/metadata/core-properties"/>
    <ds:schemaRef ds:uri="http://www.w3.org/2001/XMLSchema"/>
  </ds:schemaRefs>
</ds:datastoreItem>
</file>

<file path=customXml/itemProps2.xml><?xml version="1.0" encoding="utf-8"?>
<ds:datastoreItem xmlns:ds="http://schemas.openxmlformats.org/officeDocument/2006/customXml" ds:itemID="{4F4B194E-8B30-4377-8C59-ECFB902D2A26}">
  <ds:schemaRefs>
    <ds:schemaRef ds:uri="230e9df3-be65-4c73-a93b-d1236ebd677e"/>
    <ds:schemaRef ds:uri="71af3243-3dd4-4a8d-8c0d-dd76da1f02a5"/>
    <ds:schemaRef ds:uri="http://schemas.microsoft.com/office/2006/metadata/properties"/>
    <ds:schemaRef ds:uri="http://schemas.microsoft.com/office/infopath/2007/PartnerControls"/>
    <ds:schemaRef ds:uri="http://schemas.microsoft.com/sharepoint/v3"/>
  </ds:schemaRefs>
</ds:datastoreItem>
</file>

<file path=customXml/itemProps3.xml><?xml version="1.0" encoding="utf-8"?>
<ds:datastoreItem xmlns:ds="http://schemas.openxmlformats.org/officeDocument/2006/customXml" ds:itemID="{C21FFAC0-05A2-416A-B06C-C248395482CF}">
  <ds:schemaRefs>
    <ds:schemaRef ds:uri="http://schemas.microsoft.com/sharepoint/v3/contenttype/forms"/>
  </ds:schemaRefs>
</ds:datastoreItem>
</file>

<file path=docMetadata/LabelInfo.xml><?xml version="1.0" encoding="utf-8"?>
<clbl:labelList xmlns:clbl="http://schemas.microsoft.com/office/2020/mipLabelMetadata"/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</TotalTime>
  <Words>1403</Words>
  <Application>Microsoft Office PowerPoint</Application>
  <PresentationFormat>Widescreen</PresentationFormat>
  <Paragraphs>275</Paragraphs>
  <Slides>23</Slides>
  <Notes>2</Notes>
  <HiddenSlides>0</HiddenSlides>
  <MMClips>0</MMClips>
  <ScaleCrop>false</ScaleCrop>
  <HeadingPairs>
    <vt:vector size="8" baseType="variant">
      <vt:variant>
        <vt:lpstr>Fonts Used</vt:lpstr>
      </vt:variant>
      <vt:variant>
        <vt:i4>6</vt:i4>
      </vt:variant>
      <vt:variant>
        <vt:lpstr>Theme</vt:lpstr>
      </vt:variant>
      <vt:variant>
        <vt:i4>1</vt:i4>
      </vt:variant>
      <vt:variant>
        <vt:lpstr>Embedded OLE Servers</vt:lpstr>
      </vt:variant>
      <vt:variant>
        <vt:i4>1</vt:i4>
      </vt:variant>
      <vt:variant>
        <vt:lpstr>Slide Titles</vt:lpstr>
      </vt:variant>
      <vt:variant>
        <vt:i4>23</vt:i4>
      </vt:variant>
    </vt:vector>
  </HeadingPairs>
  <TitlesOfParts>
    <vt:vector size="31" baseType="lpstr">
      <vt:lpstr>Aptos</vt:lpstr>
      <vt:lpstr>Arial</vt:lpstr>
      <vt:lpstr>Calibri</vt:lpstr>
      <vt:lpstr>Open Sans</vt:lpstr>
      <vt:lpstr>Source Sans Pro</vt:lpstr>
      <vt:lpstr>Wingdings</vt:lpstr>
      <vt:lpstr>1_Axa</vt:lpstr>
      <vt:lpstr>think-cell Slide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What is data modeling and Why modeling required?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AXA GO BO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Transforming Data Quality with Machine Learning</dc:title>
  <dc:creator>MALI Renuka Abhilash</dc:creator>
  <cp:lastModifiedBy>ANAND Ashutosh</cp:lastModifiedBy>
  <cp:revision>3</cp:revision>
  <dcterms:created xsi:type="dcterms:W3CDTF">2025-05-05T12:05:59Z</dcterms:created>
  <dcterms:modified xsi:type="dcterms:W3CDTF">2026-05-14T09:00:22Z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0x01010079F111ED35F8CC479449609E8A0923A6</vt:lpwstr>
  </property>
  <property fmtid="{D5CDD505-2E9C-101B-9397-08002B2CF9AE}" pid="3" name="MSIP_Label_7949dd3d-8f72-40c4-a080-4e95254d1a20_Enabled">
    <vt:lpwstr>true</vt:lpwstr>
  </property>
  <property fmtid="{D5CDD505-2E9C-101B-9397-08002B2CF9AE}" pid="4" name="MSIP_Label_7949dd3d-8f72-40c4-a080-4e95254d1a20_SetDate">
    <vt:lpwstr>2026-05-13T14:11:36Z</vt:lpwstr>
  </property>
  <property fmtid="{D5CDD505-2E9C-101B-9397-08002B2CF9AE}" pid="5" name="MSIP_Label_7949dd3d-8f72-40c4-a080-4e95254d1a20_Method">
    <vt:lpwstr>Standard</vt:lpwstr>
  </property>
  <property fmtid="{D5CDD505-2E9C-101B-9397-08002B2CF9AE}" pid="6" name="MSIP_Label_7949dd3d-8f72-40c4-a080-4e95254d1a20_Name">
    <vt:lpwstr>AXABS Internal</vt:lpwstr>
  </property>
  <property fmtid="{D5CDD505-2E9C-101B-9397-08002B2CF9AE}" pid="7" name="MSIP_Label_7949dd3d-8f72-40c4-a080-4e95254d1a20_SiteId">
    <vt:lpwstr>396b38cc-aa65-492b-bb0e-3d94ed25a97b</vt:lpwstr>
  </property>
  <property fmtid="{D5CDD505-2E9C-101B-9397-08002B2CF9AE}" pid="8" name="MSIP_Label_7949dd3d-8f72-40c4-a080-4e95254d1a20_ActionId">
    <vt:lpwstr>6eeebabe-1f66-4a4b-8676-03265f59e787</vt:lpwstr>
  </property>
  <property fmtid="{D5CDD505-2E9C-101B-9397-08002B2CF9AE}" pid="9" name="MSIP_Label_7949dd3d-8f72-40c4-a080-4e95254d1a20_ContentBits">
    <vt:lpwstr>2</vt:lpwstr>
  </property>
  <property fmtid="{D5CDD505-2E9C-101B-9397-08002B2CF9AE}" pid="10" name="MSIP_Label_7949dd3d-8f72-40c4-a080-4e95254d1a20_Tag">
    <vt:lpwstr>10, 3, 0, 2</vt:lpwstr>
  </property>
  <property fmtid="{D5CDD505-2E9C-101B-9397-08002B2CF9AE}" pid="11" name="ClassificationContentMarkingFooterLocations">
    <vt:lpwstr>Custom:4\1_Axa:6</vt:lpwstr>
  </property>
  <property fmtid="{D5CDD505-2E9C-101B-9397-08002B2CF9AE}" pid="12" name="ClassificationContentMarkingFooterText">
    <vt:lpwstr>AXA - GBS Internal</vt:lpwstr>
  </property>
</Properties>
</file>